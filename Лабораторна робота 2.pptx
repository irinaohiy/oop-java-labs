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557"/>
    <a:srgbClr val="334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A8FB2-22F3-4B75-A490-893501F1415D}" v="20" dt="2026-05-21T19:31:01.788"/>
    <p1510:client id="{FD46B6EE-A01C-4F34-818D-EED0A21BECAB}" v="31" dt="2026-05-22T12:37:11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Ірина Огій" userId="f6a618ddc3b978aa" providerId="LiveId" clId="{629983A2-27F5-41FC-A51D-744050E8C04A}"/>
    <pc:docChg chg="undo custSel modSld sldOrd">
      <pc:chgData name="Ірина Огій" userId="f6a618ddc3b978aa" providerId="LiveId" clId="{629983A2-27F5-41FC-A51D-744050E8C04A}" dt="2026-05-22T16:38:11.126" v="2717" actId="123"/>
      <pc:docMkLst>
        <pc:docMk/>
      </pc:docMkLst>
      <pc:sldChg chg="addSp modSp mod modTransition">
        <pc:chgData name="Ірина Огій" userId="f6a618ddc3b978aa" providerId="LiveId" clId="{629983A2-27F5-41FC-A51D-744050E8C04A}" dt="2026-05-21T20:36:03.738" v="1723"/>
        <pc:sldMkLst>
          <pc:docMk/>
          <pc:sldMk cId="0" sldId="256"/>
        </pc:sldMkLst>
        <pc:spChg chg="mod">
          <ac:chgData name="Ірина Огій" userId="f6a618ddc3b978aa" providerId="LiveId" clId="{629983A2-27F5-41FC-A51D-744050E8C04A}" dt="2026-05-21T20:01:50.435" v="558" actId="20577"/>
          <ac:spMkLst>
            <pc:docMk/>
            <pc:sldMk cId="0" sldId="256"/>
            <ac:spMk id="4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33:25.873" v="1697" actId="208"/>
          <ac:picMkLst>
            <pc:docMk/>
            <pc:sldMk cId="0" sldId="256"/>
            <ac:picMk id="9" creationId="{B8DE2AA4-F724-153A-1D74-03462479DBCE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32:21.698" v="2700" actId="1076"/>
        <pc:sldMkLst>
          <pc:docMk/>
          <pc:sldMk cId="0" sldId="257"/>
        </pc:sldMkLst>
        <pc:spChg chg="mod">
          <ac:chgData name="Ірина Огій" userId="f6a618ddc3b978aa" providerId="LiveId" clId="{629983A2-27F5-41FC-A51D-744050E8C04A}" dt="2026-05-21T20:05:50.100" v="656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12:57.728" v="973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12:43.532" v="972" actId="20577"/>
          <ac:spMkLst>
            <pc:docMk/>
            <pc:sldMk cId="0" sldId="257"/>
            <ac:spMk id="9" creationId="{00000000-0000-0000-0000-000000000000}"/>
          </ac:spMkLst>
        </pc:spChg>
        <pc:spChg chg="add mod">
          <ac:chgData name="Ірина Огій" userId="f6a618ddc3b978aa" providerId="LiveId" clId="{629983A2-27F5-41FC-A51D-744050E8C04A}" dt="2026-05-22T16:29:45.899" v="2699" actId="1076"/>
          <ac:spMkLst>
            <pc:docMk/>
            <pc:sldMk cId="0" sldId="257"/>
            <ac:spMk id="11" creationId="{61994C63-0DD5-9FD4-7272-18D01A61052E}"/>
          </ac:spMkLst>
        </pc:spChg>
        <pc:graphicFrameChg chg="mod modGraphic">
          <ac:chgData name="Ірина Огій" userId="f6a618ddc3b978aa" providerId="LiveId" clId="{629983A2-27F5-41FC-A51D-744050E8C04A}" dt="2026-05-22T16:32:21.698" v="2700" actId="1076"/>
          <ac:graphicFrameMkLst>
            <pc:docMk/>
            <pc:sldMk cId="0" sldId="257"/>
            <ac:graphicFrameMk id="4" creationId="{00000000-0000-0000-0000-000000000000}"/>
          </ac:graphicFrameMkLst>
        </pc:graphicFrameChg>
        <pc:picChg chg="add del mod">
          <ac:chgData name="Ірина Огій" userId="f6a618ddc3b978aa" providerId="LiveId" clId="{629983A2-27F5-41FC-A51D-744050E8C04A}" dt="2026-05-21T20:06:17.155" v="705" actId="21"/>
          <ac:picMkLst>
            <pc:docMk/>
            <pc:sldMk cId="0" sldId="257"/>
            <ac:picMk id="10" creationId="{0825EA6C-F2CA-1B87-49E7-8B3137596670}"/>
          </ac:picMkLst>
        </pc:picChg>
        <pc:picChg chg="add mod">
          <ac:chgData name="Ірина Огій" userId="f6a618ddc3b978aa" providerId="LiveId" clId="{629983A2-27F5-41FC-A51D-744050E8C04A}" dt="2026-05-21T20:33:38.453" v="1699" actId="208"/>
          <ac:picMkLst>
            <pc:docMk/>
            <pc:sldMk cId="0" sldId="257"/>
            <ac:picMk id="12" creationId="{9C9CBF23-E5FF-391A-48BD-2829C8D1E3AE}"/>
          </ac:picMkLst>
        </pc:picChg>
        <pc:picChg chg="add mod">
          <ac:chgData name="Ірина Огій" userId="f6a618ddc3b978aa" providerId="LiveId" clId="{629983A2-27F5-41FC-A51D-744050E8C04A}" dt="2026-05-21T20:33:50.507" v="1702" actId="208"/>
          <ac:picMkLst>
            <pc:docMk/>
            <pc:sldMk cId="0" sldId="257"/>
            <ac:picMk id="13" creationId="{A57F5716-3534-97D0-69A5-7E0E0C473773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32:40.336" v="2702" actId="1076"/>
        <pc:sldMkLst>
          <pc:docMk/>
          <pc:sldMk cId="0" sldId="258"/>
        </pc:sldMkLst>
        <pc:spChg chg="mod">
          <ac:chgData name="Ірина Огій" userId="f6a618ddc3b978aa" providerId="LiveId" clId="{629983A2-27F5-41FC-A51D-744050E8C04A}" dt="2026-05-21T20:13:23.308" v="1039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19:19:55.609" v="219" actId="21"/>
          <ac:spMkLst>
            <pc:docMk/>
            <pc:sldMk cId="0" sldId="258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32:40.336" v="2702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14:07.450" v="1045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14:07.450" v="1045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14:07.450" v="1045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2:25:59.797" v="1950" actId="20577"/>
          <ac:spMkLst>
            <pc:docMk/>
            <pc:sldMk cId="0" sldId="258"/>
            <ac:spMk id="9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34:07.841" v="1707" actId="14100"/>
          <ac:picMkLst>
            <pc:docMk/>
            <pc:sldMk cId="0" sldId="258"/>
            <ac:picMk id="4" creationId="{49847BB2-B4E6-16C5-B7E2-73345823163D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34:03.879" v="2706" actId="1076"/>
        <pc:sldMkLst>
          <pc:docMk/>
          <pc:sldMk cId="0" sldId="259"/>
        </pc:sldMkLst>
        <pc:spChg chg="mod">
          <ac:chgData name="Ірина Огій" userId="f6a618ddc3b978aa" providerId="LiveId" clId="{629983A2-27F5-41FC-A51D-744050E8C04A}" dt="2026-05-21T20:16:29.056" v="1142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33:55.530" v="2705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33:55.530" v="2705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33:55.530" v="2705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33:55.530" v="2705" actId="1076"/>
          <ac:spMkLst>
            <pc:docMk/>
            <pc:sldMk cId="0" sldId="259"/>
            <ac:spMk id="7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19:25:19.692" v="263" actId="21"/>
          <ac:spMkLst>
            <pc:docMk/>
            <pc:sldMk cId="0" sldId="259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6:34:03.879" v="2706" actId="1076"/>
          <ac:spMkLst>
            <pc:docMk/>
            <pc:sldMk cId="0" sldId="259"/>
            <ac:spMk id="9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34:21.938" v="1710" actId="208"/>
          <ac:picMkLst>
            <pc:docMk/>
            <pc:sldMk cId="0" sldId="259"/>
            <ac:picMk id="8" creationId="{DE0D759F-95B0-6CCF-4F81-90EEAAB79630}"/>
          </ac:picMkLst>
        </pc:picChg>
      </pc:sldChg>
      <pc:sldChg chg="addSp modSp mod ord modTransition">
        <pc:chgData name="Ірина Огій" userId="f6a618ddc3b978aa" providerId="LiveId" clId="{629983A2-27F5-41FC-A51D-744050E8C04A}" dt="2026-05-22T12:40:12.618" v="2697" actId="14100"/>
        <pc:sldMkLst>
          <pc:docMk/>
          <pc:sldMk cId="0" sldId="260"/>
        </pc:sldMkLst>
        <pc:spChg chg="mod">
          <ac:chgData name="Ірина Огій" userId="f6a618ddc3b978aa" providerId="LiveId" clId="{629983A2-27F5-41FC-A51D-744050E8C04A}" dt="2026-05-21T20:27:06.456" v="1352" actId="20577"/>
          <ac:spMkLst>
            <pc:docMk/>
            <pc:sldMk cId="0" sldId="260"/>
            <ac:spMk id="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7:10.943" v="1353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8:49.779" v="1427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8:38.163" v="1395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7:15.253" v="1354" actId="141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9:35.794" v="1452" actId="1410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9:00.371" v="142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7:19.657" v="1355" actId="1410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19:08:57.465" v="158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30:07.225" v="1474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9:51.710" v="1453"/>
          <ac:spMkLst>
            <pc:docMk/>
            <pc:sldMk cId="0" sldId="260"/>
            <ac:spMk id="18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6:52.417" v="1316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6:52.417" v="1316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1T20:28:02.244" v="1392" actId="2057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Ірина Огій" userId="f6a618ddc3b978aa" providerId="LiveId" clId="{629983A2-27F5-41FC-A51D-744050E8C04A}" dt="2026-05-22T12:40:12.618" v="2697" actId="14100"/>
          <ac:spMkLst>
            <pc:docMk/>
            <pc:sldMk cId="0" sldId="260"/>
            <ac:spMk id="22" creationId="{00000000-0000-0000-0000-000000000000}"/>
          </ac:spMkLst>
        </pc:spChg>
        <pc:picChg chg="add mod">
          <ac:chgData name="Ірина Огій" userId="f6a618ddc3b978aa" providerId="LiveId" clId="{629983A2-27F5-41FC-A51D-744050E8C04A}" dt="2026-05-21T20:34:54.395" v="1719" actId="208"/>
          <ac:picMkLst>
            <pc:docMk/>
            <pc:sldMk cId="0" sldId="260"/>
            <ac:picMk id="23" creationId="{2DE383BA-C3DA-9AAF-A513-F3E565DB61B2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37:34.015" v="2716" actId="14100"/>
        <pc:sldMkLst>
          <pc:docMk/>
          <pc:sldMk cId="0" sldId="261"/>
        </pc:sldMkLst>
        <pc:spChg chg="mod">
          <ac:chgData name="Ірина Огій" userId="f6a618ddc3b978aa" providerId="LiveId" clId="{629983A2-27F5-41FC-A51D-744050E8C04A}" dt="2026-05-21T20:20:27.181" v="1229" actId="20577"/>
          <ac:spMkLst>
            <pc:docMk/>
            <pc:sldMk cId="0" sldId="261"/>
            <ac:spMk id="3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47.555" v="1230" actId="21"/>
          <ac:spMkLst>
            <pc:docMk/>
            <pc:sldMk cId="0" sldId="261"/>
            <ac:spMk id="4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51.688" v="1231" actId="21"/>
          <ac:spMkLst>
            <pc:docMk/>
            <pc:sldMk cId="0" sldId="261"/>
            <ac:spMk id="5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54.853" v="1232" actId="21"/>
          <ac:spMkLst>
            <pc:docMk/>
            <pc:sldMk cId="0" sldId="261"/>
            <ac:spMk id="6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0:58.821" v="1233" actId="21"/>
          <ac:spMkLst>
            <pc:docMk/>
            <pc:sldMk cId="0" sldId="261"/>
            <ac:spMk id="7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20:21:01.516" v="1234" actId="21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20:21:08.051" v="1236" actId="21"/>
          <ac:spMkLst>
            <pc:docMk/>
            <pc:sldMk cId="0" sldId="261"/>
            <ac:spMk id="9" creationId="{00000000-0000-0000-0000-000000000000}"/>
          </ac:spMkLst>
        </pc:spChg>
        <pc:spChg chg="del">
          <ac:chgData name="Ірина Огій" userId="f6a618ddc3b978aa" providerId="LiveId" clId="{629983A2-27F5-41FC-A51D-744050E8C04A}" dt="2026-05-21T19:31:50.880" v="475" actId="21"/>
          <ac:spMkLst>
            <pc:docMk/>
            <pc:sldMk cId="0" sldId="261"/>
            <ac:spMk id="10" creationId="{00000000-0000-0000-0000-000000000000}"/>
          </ac:spMkLst>
        </pc:spChg>
        <pc:spChg chg="add mod">
          <ac:chgData name="Ірина Огій" userId="f6a618ddc3b978aa" providerId="LiveId" clId="{629983A2-27F5-41FC-A51D-744050E8C04A}" dt="2026-05-22T16:34:41.469" v="2709" actId="14100"/>
          <ac:spMkLst>
            <pc:docMk/>
            <pc:sldMk cId="0" sldId="261"/>
            <ac:spMk id="10" creationId="{F9FDA9D6-78E9-B189-6998-D0473643789C}"/>
          </ac:spMkLst>
        </pc:spChg>
        <pc:spChg chg="mod">
          <ac:chgData name="Ірина Огій" userId="f6a618ddc3b978aa" providerId="LiveId" clId="{629983A2-27F5-41FC-A51D-744050E8C04A}" dt="2026-05-22T16:37:34.015" v="2716" actId="14100"/>
          <ac:spMkLst>
            <pc:docMk/>
            <pc:sldMk cId="0" sldId="261"/>
            <ac:spMk id="11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20:21:24.277" v="1238" actId="21"/>
          <ac:spMkLst>
            <pc:docMk/>
            <pc:sldMk cId="0" sldId="261"/>
            <ac:spMk id="12" creationId="{00000000-0000-0000-0000-000000000000}"/>
          </ac:spMkLst>
        </pc:spChg>
        <pc:spChg chg="del mod">
          <ac:chgData name="Ірина Огій" userId="f6a618ddc3b978aa" providerId="LiveId" clId="{629983A2-27F5-41FC-A51D-744050E8C04A}" dt="2026-05-21T20:21:24.277" v="1238" actId="21"/>
          <ac:spMkLst>
            <pc:docMk/>
            <pc:sldMk cId="0" sldId="261"/>
            <ac:spMk id="13" creationId="{00000000-0000-0000-0000-000000000000}"/>
          </ac:spMkLst>
        </pc:spChg>
        <pc:spChg chg="add mod">
          <ac:chgData name="Ірина Огій" userId="f6a618ddc3b978aa" providerId="LiveId" clId="{629983A2-27F5-41FC-A51D-744050E8C04A}" dt="2026-05-22T16:34:41.469" v="2709" actId="14100"/>
          <ac:spMkLst>
            <pc:docMk/>
            <pc:sldMk cId="0" sldId="261"/>
            <ac:spMk id="14" creationId="{5BC3E357-CE91-DBF5-0CB0-D68D979746C8}"/>
          </ac:spMkLst>
        </pc:spChg>
        <pc:spChg chg="add mod">
          <ac:chgData name="Ірина Огій" userId="f6a618ddc3b978aa" providerId="LiveId" clId="{629983A2-27F5-41FC-A51D-744050E8C04A}" dt="2026-05-22T16:34:41.469" v="2709" actId="14100"/>
          <ac:spMkLst>
            <pc:docMk/>
            <pc:sldMk cId="0" sldId="261"/>
            <ac:spMk id="15" creationId="{9BA6B7B0-6448-0180-75E4-7F40CEF5A16A}"/>
          </ac:spMkLst>
        </pc:spChg>
        <pc:spChg chg="add mod">
          <ac:chgData name="Ірина Огій" userId="f6a618ddc3b978aa" providerId="LiveId" clId="{629983A2-27F5-41FC-A51D-744050E8C04A}" dt="2026-05-22T16:34:47.887" v="2710" actId="1076"/>
          <ac:spMkLst>
            <pc:docMk/>
            <pc:sldMk cId="0" sldId="261"/>
            <ac:spMk id="16" creationId="{9FBB970E-B8C0-9218-7FCE-91C02C9303C2}"/>
          </ac:spMkLst>
        </pc:spChg>
        <pc:picChg chg="add mod">
          <ac:chgData name="Ірина Огій" userId="f6a618ddc3b978aa" providerId="LiveId" clId="{629983A2-27F5-41FC-A51D-744050E8C04A}" dt="2026-05-21T20:34:40.838" v="1716" actId="1076"/>
          <ac:picMkLst>
            <pc:docMk/>
            <pc:sldMk cId="0" sldId="261"/>
            <ac:picMk id="17" creationId="{9AA13CC4-CA39-EB06-241F-798E5ED84E38}"/>
          </ac:picMkLst>
        </pc:picChg>
      </pc:sldChg>
      <pc:sldChg chg="addSp delSp modSp mod modTransition">
        <pc:chgData name="Ірина Огій" userId="f6a618ddc3b978aa" providerId="LiveId" clId="{629983A2-27F5-41FC-A51D-744050E8C04A}" dt="2026-05-22T16:38:11.126" v="2717" actId="123"/>
        <pc:sldMkLst>
          <pc:docMk/>
          <pc:sldMk cId="0" sldId="262"/>
        </pc:sldMkLst>
        <pc:spChg chg="mod">
          <ac:chgData name="Ірина Огій" userId="f6a618ddc3b978aa" providerId="LiveId" clId="{629983A2-27F5-41FC-A51D-744050E8C04A}" dt="2026-05-22T16:38:11.126" v="2717" actId="123"/>
          <ac:spMkLst>
            <pc:docMk/>
            <pc:sldMk cId="0" sldId="262"/>
            <ac:spMk id="4" creationId="{00000000-0000-0000-0000-000000000000}"/>
          </ac:spMkLst>
        </pc:spChg>
        <pc:picChg chg="add del mod">
          <ac:chgData name="Ірина Огій" userId="f6a618ddc3b978aa" providerId="LiveId" clId="{629983A2-27F5-41FC-A51D-744050E8C04A}" dt="2026-05-21T19:43:57.577" v="511" actId="21"/>
          <ac:picMkLst>
            <pc:docMk/>
            <pc:sldMk cId="0" sldId="262"/>
            <ac:picMk id="10" creationId="{693E7BC9-AF57-6978-CA20-55005E41823A}"/>
          </ac:picMkLst>
        </pc:picChg>
        <pc:picChg chg="add mod">
          <ac:chgData name="Ірина Огій" userId="f6a618ddc3b978aa" providerId="LiveId" clId="{629983A2-27F5-41FC-A51D-744050E8C04A}" dt="2026-05-21T20:35:03.381" v="1722" actId="208"/>
          <ac:picMkLst>
            <pc:docMk/>
            <pc:sldMk cId="0" sldId="262"/>
            <ac:picMk id="10" creationId="{C762673D-4947-16E8-C6EA-DC681815D75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0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Shape 1"/>
          <p:cNvSpPr/>
          <p:nvPr/>
        </p:nvSpPr>
        <p:spPr>
          <a:xfrm>
            <a:off x="1097280" y="731520"/>
            <a:ext cx="6949440" cy="2377440"/>
          </a:xfrm>
          <a:prstGeom prst="rect">
            <a:avLst/>
          </a:prstGeom>
          <a:solidFill>
            <a:srgbClr val="0F2557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4" name="Text 2"/>
          <p:cNvSpPr/>
          <p:nvPr/>
        </p:nvSpPr>
        <p:spPr>
          <a:xfrm>
            <a:off x="1371600" y="8686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Лабораторна </a:t>
            </a:r>
            <a:r>
              <a:rPr lang="en-US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робота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№</a:t>
            </a:r>
            <a:r>
              <a:rPr lang="uk-UA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uk-UA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Масиви в мові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Java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0" y="2377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 err="1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Варіант</a:t>
            </a:r>
            <a:r>
              <a:rPr lang="en-US" sz="1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№7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0" y="3566160"/>
            <a:ext cx="457200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2468880" y="36118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uk-UA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Виконала</a:t>
            </a: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</a:t>
            </a:r>
            <a:r>
              <a:rPr lang="en-US" sz="13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Огій Ірина Вадимівна</a:t>
            </a: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Група:  </a:t>
            </a:r>
            <a:r>
              <a:rPr lang="en-US" sz="13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ІО-з51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pic>
        <p:nvPicPr>
          <p:cNvPr id="9" name="Camera 8">
            <a:extLst>
              <a:ext uri="{FF2B5EF4-FFF2-40B4-BE49-F238E27FC236}">
                <a16:creationId xmlns:a16="http://schemas.microsoft.com/office/drawing/2014/main" id="{B8DE2AA4-F724-153A-1D74-03462479DBC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Розрахунок</a:t>
            </a: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варіант</a:t>
            </a:r>
            <a:r>
              <a:rPr lang="uk-UA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завдання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688510"/>
              </p:ext>
            </p:extLst>
          </p:nvPr>
        </p:nvGraphicFramePr>
        <p:xfrm>
          <a:off x="457200" y="1554480"/>
          <a:ext cx="4114799" cy="1685544"/>
        </p:xfrm>
        <a:graphic>
          <a:graphicData uri="http://schemas.openxmlformats.org/drawingml/2006/table">
            <a:tbl>
              <a:tblPr/>
              <a:tblGrid>
                <a:gridCol w="866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3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Параметр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Формула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Результат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Значення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7 % </a:t>
                      </a: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uk-UA" sz="10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dirty="0" err="1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Дія</a:t>
                      </a:r>
                      <a:r>
                        <a:rPr lang="ru-RU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з </a:t>
                      </a:r>
                      <a:r>
                        <a:rPr lang="ru-RU" sz="1000" dirty="0" err="1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матрицями</a:t>
                      </a:r>
                      <a:r>
                        <a:rPr lang="ru-RU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ru-RU" sz="1000" dirty="0" err="1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Додавання</a:t>
                      </a:r>
                      <a:r>
                        <a:rPr lang="ru-RU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ru-RU" sz="1000" kern="1200" dirty="0">
                          <a:solidFill>
                            <a:srgbClr val="334155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 = A + B</a:t>
                      </a:r>
                      <a:r>
                        <a:rPr lang="ru-RU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000" dirty="0">
                        <a:solidFill>
                          <a:srgbClr val="334155"/>
                        </a:solidFill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7 % </a:t>
                      </a: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uk-UA" sz="10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Тип елементів матриці: </a:t>
                      </a: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double</a:t>
                      </a:r>
                      <a:endParaRPr lang="en-US" sz="1000" dirty="0">
                        <a:solidFill>
                          <a:srgbClr val="334155"/>
                        </a:solidFill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7 % </a:t>
                      </a:r>
                      <a:r>
                        <a:rPr lang="uk-UA" sz="10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uk-UA" sz="10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000" b="1" dirty="0" err="1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</a:t>
                      </a:r>
                      <a:r>
                        <a:rPr lang="ru-RU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у </a:t>
                      </a:r>
                      <a:r>
                        <a:rPr lang="ru-RU" sz="1000" dirty="0" err="1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парних</a:t>
                      </a:r>
                      <a:r>
                        <a:rPr lang="ru-RU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dirty="0" err="1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стовпцях</a:t>
                      </a:r>
                      <a:r>
                        <a:rPr lang="ru-RU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ru-RU" sz="1000" b="1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r>
                        <a:rPr lang="ru-RU" sz="1000" dirty="0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у </a:t>
                      </a:r>
                      <a:r>
                        <a:rPr lang="ru-RU" sz="1000" dirty="0" err="1">
                          <a:solidFill>
                            <a:srgbClr val="334155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непарних</a:t>
                      </a:r>
                      <a:endParaRPr lang="en-US" sz="1000" dirty="0">
                        <a:solidFill>
                          <a:srgbClr val="334155"/>
                        </a:solidFill>
                        <a:latin typeface="Arial" panose="020B0604020202020204" pitchFamily="34" charset="0"/>
                        <a:ea typeface="Arial" charset="0"/>
                        <a:cs typeface="Arial" panose="020B0604020202020204" pitchFamily="34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97280"/>
            <a:ext cx="384048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6" name="Text 3"/>
          <p:cNvSpPr/>
          <p:nvPr/>
        </p:nvSpPr>
        <p:spPr>
          <a:xfrm>
            <a:off x="512064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13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Основні завдання алгоритму: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E0F7FA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6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C = A + B</a:t>
            </a:r>
            <a:r>
              <a:rPr lang="en-US" sz="1100" dirty="0">
                <a:solidFill>
                  <a:srgbClr val="64748B"/>
                </a:solidFill>
              </a:rPr>
              <a:t> </a:t>
            </a:r>
            <a:r>
              <a:rPr lang="uk-UA" sz="1100" dirty="0">
                <a:solidFill>
                  <a:srgbClr val="64748B"/>
                </a:solidFill>
              </a:rPr>
              <a:t> </a:t>
            </a:r>
            <a:r>
              <a:rPr lang="en-US" sz="1100" dirty="0">
                <a:solidFill>
                  <a:srgbClr val="64748B"/>
                </a:solidFill>
              </a:rPr>
              <a:t>|</a:t>
            </a:r>
            <a:r>
              <a:rPr lang="uk-UA" sz="1100" dirty="0">
                <a:solidFill>
                  <a:srgbClr val="64748B"/>
                </a:solidFill>
              </a:rPr>
              <a:t>  </a:t>
            </a:r>
            <a:r>
              <a:rPr lang="uk-UA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Тип: </a:t>
            </a:r>
            <a:r>
              <a:rPr lang="en-US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</a:t>
            </a:r>
            <a:r>
              <a:rPr lang="uk-UA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100" dirty="0">
                <a:solidFill>
                  <a:srgbClr val="64748B"/>
                </a:solidFill>
              </a:rPr>
              <a:t>|  </a:t>
            </a:r>
            <a:r>
              <a:rPr lang="en-US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–</a:t>
            </a:r>
            <a:r>
              <a:rPr lang="uk-UA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 парних</a:t>
            </a:r>
            <a:r>
              <a:rPr lang="en-US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Max –</a:t>
            </a:r>
            <a:r>
              <a:rPr lang="uk-UA" sz="11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у непарних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94C63-0DD5-9FD4-7272-18D01A61052E}"/>
              </a:ext>
            </a:extLst>
          </p:cNvPr>
          <p:cNvSpPr txBox="1"/>
          <p:nvPr/>
        </p:nvSpPr>
        <p:spPr>
          <a:xfrm>
            <a:off x="5176024" y="1752260"/>
            <a:ext cx="33639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Поелементне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додавання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матриць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дійсних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чисел.</a:t>
            </a:r>
          </a:p>
          <a:p>
            <a:pPr algn="just"/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Пошук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локальних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мінімумів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і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максимумів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за 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вертикальним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 вектором обходу.</a:t>
            </a:r>
          </a:p>
        </p:txBody>
      </p:sp>
      <p:pic>
        <p:nvPicPr>
          <p:cNvPr id="12" name="Camera 11">
            <a:extLst>
              <a:ext uri="{FF2B5EF4-FFF2-40B4-BE49-F238E27FC236}">
                <a16:creationId xmlns:a16="http://schemas.microsoft.com/office/drawing/2014/main" id="{9C9CBF23-E5FF-391A-48BD-2829C8D1E3A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>
            <a:solidFill>
              <a:srgbClr val="0F2557"/>
            </a:solidFill>
          </a:ln>
        </p:spPr>
      </p:pic>
      <p:pic>
        <p:nvPicPr>
          <p:cNvPr id="13" name="Camera 12">
            <a:extLst>
              <a:ext uri="{FF2B5EF4-FFF2-40B4-BE49-F238E27FC236}">
                <a16:creationId xmlns:a16="http://schemas.microsoft.com/office/drawing/2014/main" id="{A57F5716-3534-97D0-69A5-7E0E0C47377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457200" y="-8549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Архітектура та створення матриць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199" y="1597133"/>
            <a:ext cx="3931920" cy="1949233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>
              <a:spcAft>
                <a:spcPts val="400"/>
              </a:spcAft>
              <a:buSzPct val="100000"/>
            </a:pPr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Модульний підхід (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 Code):</a:t>
            </a:r>
            <a:r>
              <a:rPr lang="en-US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Програма розділена на ізольовані статичні методи (створення, додавання, обробка).</a:t>
            </a:r>
          </a:p>
          <a:p>
            <a:pPr algn="just">
              <a:spcAft>
                <a:spcPts val="400"/>
              </a:spcAft>
              <a:buSzPct val="100000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400"/>
              </a:spcAft>
              <a:buSzPct val="100000"/>
            </a:pPr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Вимога 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C7=0:</a:t>
            </a:r>
            <a:r>
              <a:rPr lang="en-US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Двовимірні масиви оголошені через тип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double[][]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400"/>
              </a:spcAft>
              <a:buSzPct val="100000"/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Aft>
                <a:spcPts val="400"/>
              </a:spcAft>
              <a:buSzPct val="100000"/>
            </a:pPr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Динамічне заповнення:</a:t>
            </a:r>
            <a:r>
              <a:rPr lang="uk-UA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Використання класу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Random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та методу </a:t>
            </a:r>
            <a:r>
              <a:rPr lang="en-US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nextDouble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для ініціалізації матриць.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54882" y="977218"/>
            <a:ext cx="4023360" cy="402336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7" name="Shape 5"/>
          <p:cNvSpPr/>
          <p:nvPr/>
        </p:nvSpPr>
        <p:spPr>
          <a:xfrm>
            <a:off x="4754882" y="977218"/>
            <a:ext cx="4023360" cy="32004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/>
          <p:nvPr/>
        </p:nvSpPr>
        <p:spPr>
          <a:xfrm>
            <a:off x="4937762" y="97721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</a:rPr>
              <a:t>Lab</a:t>
            </a:r>
            <a:r>
              <a:rPr lang="uk-UA" sz="900" dirty="0">
                <a:solidFill>
                  <a:srgbClr val="64748B"/>
                </a:solidFill>
                <a:latin typeface="Consolas" pitchFamily="34" charset="0"/>
              </a:rPr>
              <a:t>2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</a:rPr>
              <a:t>.java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2" y="1388698"/>
            <a:ext cx="3657600" cy="3611880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java.util.Random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>
              <a:lnSpc>
                <a:spcPct val="115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Lab2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 . .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5000"/>
              </a:lnSpc>
            </a:pP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Динамічне створення матриці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(С7=0) за допомогою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5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double[][]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createMatrix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rows, int cols)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double[][] matrix = new double[rows][cols];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Random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Random();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rows;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 j = 0; j &lt; cols;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j++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matrix[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][j] =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random.nextDouble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* 50; 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matrix;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49847BB2-B4E6-16C5-B7E2-73345823163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8" y="3789368"/>
            <a:ext cx="1254142" cy="1254142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0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Валідація</a:t>
            </a:r>
            <a:r>
              <a:rPr lang="uk-UA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uk-UA" sz="20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розмірностей</a:t>
            </a:r>
            <a:r>
              <a:rPr lang="uk-UA" sz="2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та додавання матриць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4357" y="977219"/>
            <a:ext cx="3795131" cy="3936752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454357" y="977219"/>
            <a:ext cx="3795131" cy="32004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637237" y="977219"/>
            <a:ext cx="34501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r>
              <a:rPr lang="uk-UA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.java 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7237" y="1342979"/>
            <a:ext cx="3450119" cy="3525272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Математичне додавання матриць (С5=2) з </a:t>
            </a:r>
            <a:r>
              <a:rPr lang="uk-UA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валідацією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uk-UA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розмірностей</a:t>
            </a: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double[][]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addMatrices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(double[][]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double[][]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B) {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A.length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!=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B.length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A[0].length !=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B[0].length)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throw new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IllegalArgumentException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("Matrix dimensions must match for addition!");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2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rows =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A.length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cols = A[0].length;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double[][]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double[rows][cols];</a:t>
            </a:r>
          </a:p>
          <a:p>
            <a:pPr>
              <a:lnSpc>
                <a:spcPct val="112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rows;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j = 0; j &lt; cols;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j++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][j] = A[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][j] + B[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][j];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87972" y="1745612"/>
            <a:ext cx="3931920" cy="1793116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Захист від помилок:</a:t>
            </a:r>
            <a:r>
              <a:rPr lang="uk-UA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Перевірка рівності кількості рядків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та стовпців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матриць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та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B.</a:t>
            </a:r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Обробка винятків: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IllegalArgumentException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у разі несумісності розмірів.</a:t>
            </a:r>
          </a:p>
          <a:p>
            <a:pPr algn="just"/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Обчислення:</a:t>
            </a:r>
            <a:r>
              <a:rPr lang="uk-UA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Реалізація додавання матриць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через вкладені цикли.</a:t>
            </a:r>
          </a:p>
        </p:txBody>
      </p:sp>
      <p:pic>
        <p:nvPicPr>
          <p:cNvPr id="8" name="Camera 7">
            <a:extLst>
              <a:ext uri="{FF2B5EF4-FFF2-40B4-BE49-F238E27FC236}">
                <a16:creationId xmlns:a16="http://schemas.microsoft.com/office/drawing/2014/main" id="{DE0D759F-95B0-6CCF-4F81-90EEAAB7963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Вертикальний обхід та пошук екстремумів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2497" y="1817182"/>
            <a:ext cx="4237464" cy="2293993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Зміна </a:t>
            </a:r>
            <a:r>
              <a:rPr lang="uk-UA" sz="1100" b="1" dirty="0" err="1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вектора</a:t>
            </a:r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обходу:</a:t>
            </a:r>
            <a:r>
              <a:rPr lang="uk-UA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Зовнішній цикл </a:t>
            </a:r>
            <a:r>
              <a:rPr lang="uk-UA" sz="1100" dirty="0" err="1">
                <a:latin typeface="Arial" panose="020B0604020202020204" pitchFamily="34" charset="0"/>
                <a:cs typeface="Arial" panose="020B0604020202020204" pitchFamily="34" charset="0"/>
              </a:rPr>
              <a:t>ітерується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 по стовпцях (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j),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внутрішній - по рядках (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Розподіл логіки (</a:t>
            </a:r>
            <a:r>
              <a:rPr lang="en-US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C11=7):</a:t>
            </a:r>
            <a:endParaRPr lang="en-US" sz="1100" dirty="0">
              <a:solidFill>
                <a:srgbClr val="0F2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Парні індекси стовпців (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j % 2 == 0)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Алгоритм пошуку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Wingdings" panose="05000000000000000000" pitchFamily="2" charset="2"/>
              <a:buChar char="§"/>
            </a:pP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Непарні індекси стовпців 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=&gt;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Алгоритм пошуку </a:t>
            </a: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uk-UA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uk-UA" sz="1100" b="1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Редукування:</a:t>
            </a:r>
            <a:r>
              <a:rPr lang="uk-UA" sz="1100" dirty="0">
                <a:solidFill>
                  <a:srgbClr val="0F25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uk-UA" sz="1100" dirty="0">
                <a:latin typeface="Arial" panose="020B0604020202020204" pitchFamily="34" charset="0"/>
                <a:cs typeface="Arial" panose="020B0604020202020204" pitchFamily="34" charset="0"/>
              </a:rPr>
              <a:t>Усі знайдені локальні екстремуми додаються до фінальної змінної.</a:t>
            </a: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F9FDA9D6-78E9-B189-6998-D0473643789C}"/>
              </a:ext>
            </a:extLst>
          </p:cNvPr>
          <p:cNvSpPr/>
          <p:nvPr/>
        </p:nvSpPr>
        <p:spPr>
          <a:xfrm>
            <a:off x="4698380" y="902877"/>
            <a:ext cx="4150929" cy="4122605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5BC3E357-CE91-DBF5-0CB0-D68D979746C8}"/>
              </a:ext>
            </a:extLst>
          </p:cNvPr>
          <p:cNvSpPr/>
          <p:nvPr/>
        </p:nvSpPr>
        <p:spPr>
          <a:xfrm>
            <a:off x="4698380" y="902878"/>
            <a:ext cx="4150928" cy="32004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9BA6B7B0-6448-0180-75E4-7F40CEF5A16A}"/>
              </a:ext>
            </a:extLst>
          </p:cNvPr>
          <p:cNvSpPr/>
          <p:nvPr/>
        </p:nvSpPr>
        <p:spPr>
          <a:xfrm>
            <a:off x="4866213" y="902878"/>
            <a:ext cx="3350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</a:t>
            </a:r>
            <a:r>
              <a:rPr lang="uk-UA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.java </a:t>
            </a:r>
            <a:endParaRPr lang="en-US" sz="9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9FBB970E-B8C0-9218-7FCE-91C02C9303C2}"/>
              </a:ext>
            </a:extLst>
          </p:cNvPr>
          <p:cNvSpPr/>
          <p:nvPr/>
        </p:nvSpPr>
        <p:spPr>
          <a:xfrm>
            <a:off x="4794847" y="1316958"/>
            <a:ext cx="3983393" cy="3614483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Пошук екстремумів по стовпцях (С11 = 7):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у парних,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Max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у непарних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double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calculateExtremumsSum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(double[][] matrix)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rows =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matrix.length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cols = matrix[0].length;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sum = 0;</a:t>
            </a:r>
          </a:p>
          <a:p>
            <a:pPr>
              <a:lnSpc>
                <a:spcPct val="112000"/>
              </a:lnSpc>
            </a:pP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cols;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j++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extremum = matrix[0][j];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rows; 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(j % 2 == 0) {//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Парний стовпець</a:t>
            </a: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(matrix[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][j] &lt; extremum) extremum = matrix[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][j];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 else { // </a:t>
            </a: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Непарний стовпець</a:t>
            </a:r>
            <a:endParaRPr lang="en-US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(matrix[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][j] &gt; extremum) extremum = matrix[</a:t>
            </a:r>
            <a:r>
              <a:rPr lang="en-US" sz="9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][j];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 += extremum;</a:t>
            </a:r>
            <a:endParaRPr lang="uk-UA" sz="900" dirty="0">
              <a:solidFill>
                <a:srgbClr val="A5F3FC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12000"/>
              </a:lnSpc>
            </a:pPr>
            <a:r>
              <a:rPr lang="uk-UA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sum;</a:t>
            </a:r>
          </a:p>
          <a:p>
            <a:pPr>
              <a:lnSpc>
                <a:spcPct val="112000"/>
              </a:lnSpc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pic>
        <p:nvPicPr>
          <p:cNvPr id="17" name="Camera 16">
            <a:extLst>
              <a:ext uri="{FF2B5EF4-FFF2-40B4-BE49-F238E27FC236}">
                <a16:creationId xmlns:a16="http://schemas.microsoft.com/office/drawing/2014/main" id="{9AA13CC4-CA39-EB06-241F-798E5ED84E3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73" y="3798849"/>
            <a:ext cx="1306548" cy="1306548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Форматування дійсних результатів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6026"/>
            <a:ext cx="2560320" cy="188046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5" name="Shape 3"/>
          <p:cNvSpPr/>
          <p:nvPr/>
        </p:nvSpPr>
        <p:spPr>
          <a:xfrm>
            <a:off x="457200" y="646026"/>
            <a:ext cx="25603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6" name="Text 4"/>
          <p:cNvSpPr/>
          <p:nvPr/>
        </p:nvSpPr>
        <p:spPr>
          <a:xfrm>
            <a:off x="594360" y="828906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82890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Обхід масиву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240386"/>
            <a:ext cx="2286000" cy="10972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just">
              <a:lnSpc>
                <a:spcPct val="120000"/>
              </a:lnSpc>
            </a:pP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Використання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сучасного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циклу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for-each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для красивого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покрокового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читання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рядків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91840" y="646025"/>
            <a:ext cx="2560320" cy="1880461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0" name="Shape 8"/>
          <p:cNvSpPr/>
          <p:nvPr/>
        </p:nvSpPr>
        <p:spPr>
          <a:xfrm>
            <a:off x="3291840" y="646026"/>
            <a:ext cx="256032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/>
          <p:nvPr/>
        </p:nvSpPr>
        <p:spPr>
          <a:xfrm>
            <a:off x="3429000" y="828906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828906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Маска виведення %10.4</a:t>
            </a:r>
            <a:r>
              <a:rPr lang="en-US" sz="1200" b="1" dirty="0">
                <a:solidFill>
                  <a:srgbClr val="0F2557"/>
                </a:solidFill>
                <a:latin typeface="Arial" pitchFamily="34" charset="0"/>
                <a:cs typeface="Arial" pitchFamily="34" charset="-120"/>
              </a:rPr>
              <a:t>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1240386"/>
            <a:ext cx="2286000" cy="868679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just">
              <a:lnSpc>
                <a:spcPct val="120000"/>
              </a:lnSpc>
            </a:pPr>
            <a:r>
              <a:rPr lang="ru-RU" sz="1000" dirty="0" err="1"/>
              <a:t>Вирівнює</a:t>
            </a:r>
            <a:r>
              <a:rPr lang="ru-RU" sz="1000" dirty="0"/>
              <a:t> </a:t>
            </a:r>
            <a:r>
              <a:rPr lang="ru-RU" sz="1000" dirty="0" err="1"/>
              <a:t>стовпці</a:t>
            </a:r>
            <a:r>
              <a:rPr lang="ru-RU" sz="1000" dirty="0"/>
              <a:t> </a:t>
            </a:r>
            <a:r>
              <a:rPr lang="ru-RU" sz="1000" dirty="0" err="1"/>
              <a:t>матриці</a:t>
            </a:r>
            <a:r>
              <a:rPr lang="ru-RU" sz="1000" dirty="0"/>
              <a:t> в </a:t>
            </a:r>
            <a:r>
              <a:rPr lang="ru-RU" sz="1000" dirty="0" err="1"/>
              <a:t>консолі</a:t>
            </a:r>
            <a:r>
              <a:rPr lang="ru-RU" sz="1000" dirty="0"/>
              <a:t> та </a:t>
            </a:r>
            <a:r>
              <a:rPr lang="ru-RU" sz="1000" dirty="0" err="1"/>
              <a:t>обмежує</a:t>
            </a:r>
            <a:r>
              <a:rPr lang="ru-RU" sz="1000" dirty="0"/>
              <a:t> </a:t>
            </a:r>
            <a:r>
              <a:rPr lang="ru-RU" sz="1000" dirty="0" err="1"/>
              <a:t>дробову</a:t>
            </a:r>
            <a:r>
              <a:rPr lang="ru-RU" sz="1000" dirty="0"/>
              <a:t> </a:t>
            </a:r>
            <a:r>
              <a:rPr lang="ru-RU" sz="1000" dirty="0" err="1"/>
              <a:t>частину</a:t>
            </a:r>
            <a:r>
              <a:rPr lang="ru-RU" sz="1000" dirty="0"/>
              <a:t> до 4-х </a:t>
            </a:r>
            <a:r>
              <a:rPr lang="ru-RU" sz="1000" dirty="0" err="1"/>
              <a:t>знаків</a:t>
            </a:r>
            <a:r>
              <a:rPr lang="ru-RU" sz="1000" dirty="0"/>
              <a:t> </a:t>
            </a:r>
            <a:r>
              <a:rPr lang="ru-RU" sz="1000" dirty="0" err="1"/>
              <a:t>після</a:t>
            </a:r>
            <a:r>
              <a:rPr lang="ru-RU" sz="1000" dirty="0"/>
              <a:t> коми.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26480" y="646026"/>
            <a:ext cx="2560320" cy="18804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15" name="Shape 13"/>
          <p:cNvSpPr/>
          <p:nvPr/>
        </p:nvSpPr>
        <p:spPr>
          <a:xfrm>
            <a:off x="6126480" y="646026"/>
            <a:ext cx="2560320" cy="54864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/>
          <p:nvPr/>
        </p:nvSpPr>
        <p:spPr>
          <a:xfrm>
            <a:off x="6263640" y="828906"/>
            <a:ext cx="320040" cy="320040"/>
          </a:xfrm>
          <a:prstGeom prst="ellipse">
            <a:avLst/>
          </a:prstGeom>
          <a:solidFill>
            <a:srgbClr val="0284C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0" y="82890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Візуальна чистота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240386"/>
            <a:ext cx="2286000" cy="109728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t"/>
          <a:lstStyle/>
          <a:p>
            <a:pPr algn="just">
              <a:lnSpc>
                <a:spcPct val="120000"/>
              </a:lnSpc>
            </a:pPr>
            <a:r>
              <a:rPr lang="ru-RU" sz="1000" dirty="0" err="1"/>
              <a:t>Результати</a:t>
            </a:r>
            <a:r>
              <a:rPr lang="ru-RU" sz="1000" dirty="0"/>
              <a:t> </a:t>
            </a:r>
            <a:r>
              <a:rPr lang="ru-RU" sz="1000" dirty="0" err="1"/>
              <a:t>обчислювальної</a:t>
            </a:r>
            <a:r>
              <a:rPr lang="ru-RU" sz="1000" dirty="0"/>
              <a:t> математики </a:t>
            </a:r>
            <a:r>
              <a:rPr lang="ru-RU" sz="1000" dirty="0" err="1"/>
              <a:t>захищені</a:t>
            </a:r>
            <a:r>
              <a:rPr lang="ru-RU" sz="1000" dirty="0"/>
              <a:t> </a:t>
            </a:r>
            <a:r>
              <a:rPr lang="ru-RU" sz="1000" dirty="0" err="1"/>
              <a:t>від</a:t>
            </a:r>
            <a:r>
              <a:rPr lang="ru-RU" sz="1000" dirty="0"/>
              <a:t> хаотичного </a:t>
            </a:r>
            <a:r>
              <a:rPr lang="ru-RU" sz="1000" dirty="0" err="1"/>
              <a:t>нагромадження</a:t>
            </a:r>
            <a:r>
              <a:rPr lang="ru-RU" sz="1000" dirty="0"/>
              <a:t> чисел.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2526489"/>
            <a:ext cx="8229600" cy="2159809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uk-UA"/>
          </a:p>
        </p:txBody>
      </p:sp>
      <p:sp>
        <p:nvSpPr>
          <p:cNvPr id="20" name="Shape 18"/>
          <p:cNvSpPr/>
          <p:nvPr/>
        </p:nvSpPr>
        <p:spPr>
          <a:xfrm>
            <a:off x="457200" y="2526490"/>
            <a:ext cx="8229600" cy="274320"/>
          </a:xfrm>
          <a:prstGeom prst="rect">
            <a:avLst/>
          </a:prstGeom>
          <a:solidFill>
            <a:srgbClr val="151E2D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/>
          <p:nvPr/>
        </p:nvSpPr>
        <p:spPr>
          <a:xfrm>
            <a:off x="640080" y="252649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Lab2.java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2846530"/>
            <a:ext cx="7863840" cy="1740338"/>
          </a:xfrm>
          <a:prstGeom prst="rect">
            <a:avLst/>
          </a:prstGeom>
          <a:noFill/>
          <a:ln/>
        </p:spPr>
        <p:txBody>
          <a:bodyPr wrap="square" lIns="38100" tIns="63500" rIns="63500" bIns="38100" rtlCol="0" anchor="t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printMatrix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(double[][] matrix) {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(double[] row : matrix) {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(double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row)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System.out.printf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("%10.4f ",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000" dirty="0" err="1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</a:t>
            </a: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pic>
        <p:nvPicPr>
          <p:cNvPr id="23" name="Camera 22">
            <a:extLst>
              <a:ext uri="{FF2B5EF4-FFF2-40B4-BE49-F238E27FC236}">
                <a16:creationId xmlns:a16="http://schemas.microsoft.com/office/drawing/2014/main" id="{2DE383BA-C3DA-9AAF-A513-F3E565DB61B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557"/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3" name="Text 1"/>
          <p:cNvSpPr/>
          <p:nvPr/>
        </p:nvSpPr>
        <p:spPr>
          <a:xfrm>
            <a:off x="54864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Демонстрація роботи програми та висновки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2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Набуті навички: 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робота з </a:t>
            </a:r>
            <a:r>
              <a:rPr lang="uk-UA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багатовимірними масивами типу </a:t>
            </a: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double, </a:t>
            </a:r>
            <a:r>
              <a:rPr lang="uk-UA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реалізація алгоритму зміни </a:t>
            </a:r>
            <a:r>
              <a:rPr lang="uk-UA" sz="12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вектора</a:t>
            </a:r>
            <a:r>
              <a:rPr lang="uk-UA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обходу, написання модульного коду з використанням статичних методів та </a:t>
            </a:r>
            <a:r>
              <a:rPr lang="uk-UA" sz="120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валідації</a:t>
            </a:r>
            <a:r>
              <a:rPr lang="uk-UA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вхідних аргументів.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292608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dash"/>
          </a:ln>
        </p:spPr>
        <p:txBody>
          <a:bodyPr/>
          <a:lstStyle/>
          <a:p>
            <a:endParaRPr lang="uk-UA"/>
          </a:p>
        </p:txBody>
      </p:sp>
      <p:sp>
        <p:nvSpPr>
          <p:cNvPr id="6" name="Shape 4"/>
          <p:cNvSpPr/>
          <p:nvPr/>
        </p:nvSpPr>
        <p:spPr>
          <a:xfrm>
            <a:off x="4023360" y="2651760"/>
            <a:ext cx="1097280" cy="1097280"/>
          </a:xfrm>
          <a:prstGeom prst="ellipse">
            <a:avLst/>
          </a:prstGeom>
          <a:solidFill>
            <a:srgbClr val="0F2557">
              <a:alpha val="85000"/>
            </a:srgbClr>
          </a:solidFill>
          <a:ln/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/>
          <p:nvPr/>
        </p:nvSpPr>
        <p:spPr>
          <a:xfrm>
            <a:off x="4023360" y="26517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MP4 VIDEO DEMO HERE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4251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Вставте відео-демонстрацію виконання програми з консольним виводом результату</a:t>
            </a:r>
            <a:endParaRPr lang="en-US" sz="1000" dirty="0"/>
          </a:p>
        </p:txBody>
      </p:sp>
      <p:pic>
        <p:nvPicPr>
          <p:cNvPr id="10" name="Camera 9">
            <a:extLst>
              <a:ext uri="{FF2B5EF4-FFF2-40B4-BE49-F238E27FC236}">
                <a16:creationId xmlns:a16="http://schemas.microsoft.com/office/drawing/2014/main" id="{C762673D-4947-16E8-C6EA-DC681815D75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9228" y="3538728"/>
            <a:ext cx="1543050" cy="1543050"/>
          </a:xfrm>
          <a:prstGeom prst="ellipse">
            <a:avLst/>
          </a:prstGeom>
          <a:ln w="19050" cap="rnd">
            <a:solidFill>
              <a:srgbClr val="0F2557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874</Words>
  <Application>Microsoft Office PowerPoint</Application>
  <PresentationFormat>On-screen Show (16:9)</PresentationFormat>
  <Paragraphs>134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Ірина Огій</dc:creator>
  <cp:lastModifiedBy>Ірина Огій</cp:lastModifiedBy>
  <cp:revision>1</cp:revision>
  <dcterms:created xsi:type="dcterms:W3CDTF">2026-05-21T18:56:29Z</dcterms:created>
  <dcterms:modified xsi:type="dcterms:W3CDTF">2026-05-22T16:38:13Z</dcterms:modified>
</cp:coreProperties>
</file>
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4155"/>
    <a:srgbClr val="0F25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2A8FB2-22F3-4B75-A490-893501F1415D}" v="20" dt="2026-05-21T19:31:01.788"/>
    <p1510:client id="{5B1E222B-5A7C-4333-A7D7-7F46155A0C6D}" v="14" dt="2026-05-22T09:12:43.689"/>
    <p1510:client id="{D82B0C93-220D-4D33-94B3-BBE678A568B8}" v="17" dt="2026-05-21T20:55:56.167"/>
    <p1510:client id="{FD46B6EE-A01C-4F34-818D-EED0A21BECAB}" v="26" dt="2026-05-21T20:36:45.9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90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Ірина Огій" userId="f6a618ddc3b978aa" providerId="LiveId" clId="{629983A2-27F5-41FC-A51D-744050E8C04A}"/>
    <pc:docChg chg="undo redo custSel modSld sldOrd">
      <pc:chgData name="Ірина Огій" userId="f6a618ddc3b978aa" providerId="LiveId" clId="{629983A2-27F5-41FC-A51D-744050E8C04A}" dt="2026-05-22T16:51:27.418" v="3880" actId="20577"/>
      <pc:docMkLst>
        <pc:docMk/>
      </pc:docMkLst>
      <pc:sldChg chg="addSp modSp mod modTransition">
        <pc:chgData name="Ірина Огій" userId="f6a618ddc3b978aa" providerId="LiveId" clId="{629983A2-27F5-41FC-A51D-744050E8C04A}" dt="2026-05-22T09:20:28.172" v="3338" actId="20577"/>
        <pc:sldMkLst>
          <pc:docMk/>
          <pc:sldMk cId="0" sldId="256"/>
        </pc:sldMkLst>
        <pc:spChg chg="mod">
          <ac:chgData name="Ірина Огій" userId="f6a618ddc3b978aa" providerId="LiveId" clId="{629983A2-27F5-41FC-A51D-744050E8C04A}" dt="2026-05-22T09:20:28.172" v="3338" actId="20577"/>
          <ac:spMkLst>
            <pc:docMk/>
            <pc:sldMk cId="0" sldId="256"/>
            <ac:spMk id="4" creationId="{00000000-0000-0000-0000-000000000000}"/>
          </ac:spMkLst>
        </pc:spChg>
        <pc:picChg chg="add mod">
          <ac:chgData name="Ірина Огій" userId="f6a618ddc3b978aa" providerId="LiveId" clId="{629983A2-27F5-41FC-A51D-744050E8C04A}" dt="2026-05-21T20:33:25.873" v="1697" actId="208"/>
          <ac:picMkLst>
            <pc:docMk/>
            <pc:sldMk cId="0" sldId="256"/>
            <ac:picMk id="9" creationId="{B8DE2AA4-F724-153A-1D74-03462479DBCE}"/>
          </ac:picMkLst>
        </pc:picChg>
      </pc:sldChg>
      <pc:sldChg chg="addSp delSp modSp mod modTransition">
        <pc:chgData name="Ірина Огій" userId="f6a618ddc3b978aa" providerId="LiveId" clId="{629983A2-27F5-41FC-A51D-744050E8C04A}" dt="2026-05-22T16:42:55.441" v="3863" actId="207"/>
        <pc:sldMkLst>
          <pc:docMk/>
          <pc:sldMk cId="0" sldId="257"/>
        </pc:sldMkLst>
        <pc:spChg chg="mod">
          <ac:chgData name="Ірина Огій" userId="f6a618ddc3b978aa" providerId="LiveId" clId="{629983A2-27F5-41FC-A51D-744050E8C04A}" dt="2026-05-21T20:05:50.100" v="656" actId="20577"/>
          <ac:spMkLst>
            <pc:docMk/>
            <pc:sldMk cId="0" sldId="257"/>
            <ac:spMk id="3" creationId="{00000000-0000-0000-0000-000000000000}"/>
          </ac:spMkLst>
        </pc:spChg>
        <pc:spChg chg="mod">
          <ac:chgData name="Ірина Огій" userId="f6a618ddc3b978aa" providerId="LiveId" clId="{629983A2-27F5-41FC-A51D-744050E8C04A}" dt="2026-05-22T08:59:12.172" v="2617" actId="1076"/>
          <ac:spMkLst>
            <pc:docMk/>
            <pc:sldMk cId="0" sldId="257"/>
            <ac:spMk id="5" creationId="{00000000-0000-0000-0000-000000000000}"/>
          </ac:spMkLst>
        </pc:spChg>
        <pc:spChg chg="mod">
          <ac:chgData name="Ірина Огій" userId="f6a618ddc3b978aa" providerId="LiveId" clId="{629983A2-27F5-41FC-A51D-744050E8C04A}" dt="2026-05-22T08:57:38.456" v="2555" actId="20577"/>
          <ac:spMkLst>
            <pc:docMk/>
            <pc:sldMk cId="0" sldId="257"/>
            <ac:spMk id="6" creationId="{00000000-0000-0000-0000-000000000000}"/>
          </ac:spMkLst>
        </pc:spChg>
        <pc:spChg chg="mod">
          <ac:chgData name="Ірина Огій" userId="f6a618ddc3b978aa" providerId="LiveId" clId="{629983A2-27F5-41FC-A51D-744050E8C04A}" dt="2026-05-22T13:04:51.795" v="3342" actId="20577"/>
          <ac:spMkLst>
            <pc:docMk/>
            <pc:sldMk cId="0" sldId="257"/>
            <ac:spMk id="9" creationId="{00000000-0000-0000-0000-000000000000}"/>
          </ac:spMkLst>
        </pc:spChg>
        <pc:spChg chg="add mod">
          <ac:chgData name="Ірина Огій" userId="f6a618ddc3b978aa" providerId="LiveId" clId="{629983A2-27F5-41FC-A51D-744050E8C04A}" dt="2026-05-22T16:42:55.441" v="3863" actId="207"/>
          <ac:spMkLst>
            <pc:docMk/>
            <pc:sldMk cId="0" sldId="257"/>
            <ac:spMk id="11" creationId="{61994C63-0DD5-9FD4-7272-18D01A61052E}"/>
          </ac:spMkLst>
        </pc:spChg>
        <pc:graphicFrameChg chg="mod modGraphic">
          <ac:chgData name="Ірина Огій" userId="f6a618ddc3b978aa" providerId="LiveId" clId="{629983A2-27F5-41FC-A51D-744050E8C04A}" dt="2026-05-22T13:04:44.237" v="3339" actId="1076"/>
          <ac:graphicFrameMkLst>
            <pc:docMk/>
            <pc:sldMk cId="0" sldId="257"/>
            <ac:graphicFrameMk id="4" creationId="{00000000-0000-0000-0000-000000000000}"/>
          </ac:graphicFrameMkLst>
        </pc:graphicFrameChg>
        <pc:picChg chg="add del mod">
          <ac:chgData name="Ірина Огій" userId="f6a618ddc3b978aa" providerId="LiveId" clId="{629983A2-27F5-41FC-A51D-744050E8C04A}" dt="2026-05-21T20:06:17.155" v="705" actId="21"/>
          <ac:picMkLst>
            <pc:docMk/>
            <pc:sldMk cId="0" sldId="257"/>
            <ac:picMk id="10" creationId="{0825EA6C-F2CA-1B87-49E7-8B3137596670}"/>
          </ac:picMkLst>
        </pc:picChg>
        <pc:picChg chg="add mod">
          <ac:chgData name="Ірина Огій" userId="f6a618ddc3b978aa" providerId="LiveId" clId="{629983A2-27F5-41FC-A51D-744050E8C04A}" dt="2026-05-21T20:33:38.453" v="1699" actId="208"/>
          <ac:picMkLst>
            <pc:docMk/>
            <pc:sldMk cId="0" sldId="257"/>
            <ac:picMk id="12" creationId="{9C9CBF23-E5FF-391A-48BD-2829C8D1E3AE}"/>
          </ac:picMkLst>
        </pc:picChg>
        <pc:picChg chg="add mod">
          <ac:chgData name="Ірина Огій" userId="f6a618ddc3b978aa" providerId="LiveId" clId="{629983A2-27F5-41FC-A51D-744050E8C04A}" dt="2026-05-21T20:33:50.507" v="1702" actId="208"/>
          <ac:picMkLst>
            <pc:docMk/>
            <pc:sldMk cId="0" sldId="257"/>
            <ac:picMk id="13" creationId="{A57F5716-3534-97D0-69A5-7E0E0C473773}"/>
          </ac:picMkLst>
        </pc:picChg>
      </pc:sldChg>
      <pc:sldChg chg="addSp delSp modSp mod modTransition">
        <pc:chgData name="Ірина Огій" userId="f6a618ddc3b978aa" providerId="LiveId" clId="{629983A2-27F5-41FC-A51D-744050E8C04A}" dt="2026-05-22T16:43:42.194" v="3868" actId="1076"/>
        <pc:sldMkLst>
          <pc:docMk/>
          <pc:sldMk cId="0" sldId="258"/>
        </pc:sldMkLst>
        <pc:spChg chg="mod">
          <ac:chgData name="Ірина Огій" userId="f6a618ddc3b978aa" providerId="LiveId" clId="{629983A2-27F5-41FC-A51D-744050E8C04A}" dt="2026-05-22T09:03:35.106" v="2814" actId="20577"/>
          <ac:spMkLst>
            <pc:docMk/>
            <pc:sldMk cId="0" sldId="258"/>
            <ac:spMk id="3" creationId="{00000000-0000-0000-0000-000000000000}"/>
          </ac:spMkLst>
        </pc:spChg>
        <pc:spChg chg="del mod">
          <ac:chgData name="Ірина Огій" userId="f6a618ddc3b978aa" providerId="LiveId" clId="{629983A2-27F5-41FC-A51D-744050E8C04A}" dt="2026-05-21T19:19:55.609" v="219" actId="21"/>
          <ac:spMkLst>
            <pc:docMk/>
            <pc:sldMk cId="0" sldId="258"/>
            <ac:spMk id="4" creationId="{00000000-0000-0000-0000-000000000000}"/>
          </ac:spMkLst>
        </pc:spChg>
        <pc:spChg chg="mod">
          <ac:chgData name="Ірина Огій" userId="f6a618ddc3b978aa" providerId="LiveId" clId="{629983A2-27F5-41FC-A51D-744050E8C04A}" dt="2026-05-22T16:43:27.757" v="3866" actId="1076"/>
          <ac:spMkLst>
            <pc:docMk/>
            <pc:sldMk cId="0" sldId="258"/>
            <ac:spMk id="5" creationId="{00000000-0000-0000-0000-000000000000}"/>
          </ac:spMkLst>
        </pc:spChg>
        <pc:spChg chg="mod">
          <ac:chgData name="Ірина Огій" userId="f6a618ddc3b978aa" providerId="LiveId" clId="{629983A2-27F5-41FC-A51D-744050E8C04A}" dt="2026-05-22T16:43:21.550" v="3864" actId="1076"/>
          <ac:spMkLst>
            <pc:docMk/>
            <pc:sldMk cId="0" sldId="258"/>
            <ac:spMk id="6" creationId="{00000000-0000-0000-0000-000000000000}"/>
          </ac:spMkLst>
        </pc:spChg>
        <pc:spChg chg="mod">
          <ac:chgData name="Ірина Огій" userId="f6a618ddc3b978aa" providerId="LiveId" clId="{629983A2-27F5-41FC-A51D-744050E8C04A}" dt="2026-05-22T16:43:21.550" v="3864" actId="1076"/>
          <ac:spMkLst>
            <pc:docMk/>
            <pc:sldMk cId="0" sldId="258"/>
            <ac:spMk id="7" creationId="{00000000-0000-0000-0000-000000000000}"/>
          </ac:spMkLst>
        </pc:spChg>
        <pc:spChg chg="mod">
          <ac:chgData name="Ірина Огій" userId="f6a618ddc3b978aa" providerId="LiveId" clId="{629983A2-27F5-41FC-A51D-744050E8C04A}" dt="2026-05-22T16:43:21.550" v="3864" actId="1076"/>
          <ac:spMkLst>
            <pc:docMk/>
            <pc:sldMk cId="0" sldId="258"/>
            <ac:spMk id="8" creationId="{00000000-0000-0000-0000-000000000000}"/>
          </ac:spMkLst>
        </pc:spChg>
        <pc:spChg chg="mod">
          <ac:chgData name="Ірина Огій" userId="f6a618ddc3b978aa" providerId="LiveId" clId="{629983A2-27F5-41FC-A51D-744050E8C04A}" dt="2026-05-22T16:43:21.550" v="3864" actId="1076"/>
          <ac:spMkLst>
            <pc:docMk/>
            <pc:sldMk cId="0" sldId="258"/>
            <ac:spMk id="9" creationId="{00000000-0000-0000-0000-000000000000}"/>
          </ac:spMkLst>
        </pc:spChg>
        <pc:picChg chg="add mod">
          <ac:chgData name="Ірина Огій" userId="f6a618ddc3b978aa" providerId="LiveId" clId="{629983A2-27F5-41FC-A51D-744050E8C04A}" dt="2026-05-22T16:43:42.194" v="3868" actId="1076"/>
          <ac:picMkLst>
            <pc:docMk/>
            <pc:sldMk cId="0" sldId="258"/>
            <ac:picMk id="4" creationId="{49847BB2-B4E6-16C5-B7E2-73345823163D}"/>
          </ac:picMkLst>
        </pc:picChg>
      </pc:sldChg>
      <pc:sldChg chg="addSp delSp modSp mod modTransition">
        <pc:chgData name="Ірина Огій" userId="f6a618ddc3b978aa" providerId="LiveId" clId="{629983A2-27F5-41FC-A51D-744050E8C04A}" dt="2026-05-22T16:43:59.717" v="3870" actId="1076"/>
        <pc:sldMkLst>
          <pc:docMk/>
          <pc:sldMk cId="0" sldId="259"/>
        </pc:sldMkLst>
        <pc:spChg chg="mod">
          <ac:chgData name="Ірина Огій" userId="f6a618ddc3b978aa" providerId="LiveId" clId="{629983A2-27F5-41FC-A51D-744050E8C04A}" dt="2026-05-22T09:05:49.840" v="2861" actId="20577"/>
          <ac:spMkLst>
            <pc:docMk/>
            <pc:sldMk cId="0" sldId="259"/>
            <ac:spMk id="3" creationId="{00000000-0000-0000-0000-000000000000}"/>
          </ac:spMkLst>
        </pc:spChg>
        <pc:spChg chg="mod">
          <ac:chgData name="Ірина Огій" userId="f6a618ddc3b978aa" providerId="LiveId" clId="{629983A2-27F5-41FC-A51D-744050E8C04A}" dt="2026-05-21T20:17:05.774" v="1148" actId="1076"/>
          <ac:spMkLst>
            <pc:docMk/>
            <pc:sldMk cId="0" sldId="259"/>
            <ac:spMk id="4" creationId="{00000000-0000-0000-0000-000000000000}"/>
          </ac:spMkLst>
        </pc:spChg>
        <pc:spChg chg="mod">
          <ac:chgData name="Ірина Огій" userId="f6a618ddc3b978aa" providerId="LiveId" clId="{629983A2-27F5-41FC-A51D-744050E8C04A}" dt="2026-05-21T20:17:05.774" v="1148" actId="1076"/>
          <ac:spMkLst>
            <pc:docMk/>
            <pc:sldMk cId="0" sldId="259"/>
            <ac:spMk id="5" creationId="{00000000-0000-0000-0000-000000000000}"/>
          </ac:spMkLst>
        </pc:spChg>
        <pc:spChg chg="mod">
          <ac:chgData name="Ірина Огій" userId="f6a618ddc3b978aa" providerId="LiveId" clId="{629983A2-27F5-41FC-A51D-744050E8C04A}" dt="2026-05-22T13:15:48.468" v="3694" actId="20577"/>
          <ac:spMkLst>
            <pc:docMk/>
            <pc:sldMk cId="0" sldId="259"/>
            <ac:spMk id="6" creationId="{00000000-0000-0000-0000-000000000000}"/>
          </ac:spMkLst>
        </pc:spChg>
        <pc:spChg chg="mod">
          <ac:chgData name="Ірина Огій" userId="f6a618ddc3b978aa" providerId="LiveId" clId="{629983A2-27F5-41FC-A51D-744050E8C04A}" dt="2026-05-22T13:15:45.740" v="3692" actId="14100"/>
          <ac:spMkLst>
            <pc:docMk/>
            <pc:sldMk cId="0" sldId="259"/>
            <ac:spMk id="7" creationId="{00000000-0000-0000-0000-000000000000}"/>
          </ac:spMkLst>
        </pc:spChg>
        <pc:spChg chg="del">
          <ac:chgData name="Ірина Огій" userId="f6a618ddc3b978aa" providerId="LiveId" clId="{629983A2-27F5-41FC-A51D-744050E8C04A}" dt="2026-05-21T19:25:19.692" v="263" actId="21"/>
          <ac:spMkLst>
            <pc:docMk/>
            <pc:sldMk cId="0" sldId="259"/>
            <ac:spMk id="8" creationId="{00000000-0000-0000-0000-000000000000}"/>
          </ac:spMkLst>
        </pc:spChg>
        <pc:spChg chg="mod">
          <ac:chgData name="Ірина Огій" userId="f6a618ddc3b978aa" providerId="LiveId" clId="{629983A2-27F5-41FC-A51D-744050E8C04A}" dt="2026-05-22T16:43:59.717" v="3870" actId="1076"/>
          <ac:spMkLst>
            <pc:docMk/>
            <pc:sldMk cId="0" sldId="259"/>
            <ac:spMk id="9" creationId="{00000000-0000-0000-0000-000000000000}"/>
          </ac:spMkLst>
        </pc:spChg>
        <pc:picChg chg="add mod">
          <ac:chgData name="Ірина Огій" userId="f6a618ddc3b978aa" providerId="LiveId" clId="{629983A2-27F5-41FC-A51D-744050E8C04A}" dt="2026-05-21T20:34:21.938" v="1710" actId="208"/>
          <ac:picMkLst>
            <pc:docMk/>
            <pc:sldMk cId="0" sldId="259"/>
            <ac:picMk id="8" creationId="{DE0D759F-95B0-6CCF-4F81-90EEAAB79630}"/>
          </ac:picMkLst>
        </pc:picChg>
      </pc:sldChg>
      <pc:sldChg chg="addSp modSp mod ord modTransition">
        <pc:chgData name="Ірина Огій" userId="f6a618ddc3b978aa" providerId="LiveId" clId="{629983A2-27F5-41FC-A51D-744050E8C04A}" dt="2026-05-22T16:51:27.418" v="3880" actId="20577"/>
        <pc:sldMkLst>
          <pc:docMk/>
          <pc:sldMk cId="0" sldId="260"/>
        </pc:sldMkLst>
        <pc:spChg chg="mod">
          <ac:chgData name="Ірина Огій" userId="f6a618ddc3b978aa" providerId="LiveId" clId="{629983A2-27F5-41FC-A51D-744050E8C04A}" dt="2026-05-21T20:53:54.537" v="2127" actId="20577"/>
          <ac:spMkLst>
            <pc:docMk/>
            <pc:sldMk cId="0" sldId="260"/>
            <ac:spMk id="3" creationId="{00000000-0000-0000-0000-000000000000}"/>
          </ac:spMkLst>
        </pc:spChg>
        <pc:spChg chg="mod">
          <ac:chgData name="Ірина Огій" userId="f6a618ddc3b978aa" providerId="LiveId" clId="{629983A2-27F5-41FC-A51D-744050E8C04A}" dt="2026-05-21T20:27:10.943" v="1353" actId="14100"/>
          <ac:spMkLst>
            <pc:docMk/>
            <pc:sldMk cId="0" sldId="260"/>
            <ac:spMk id="4" creationId="{00000000-0000-0000-0000-000000000000}"/>
          </ac:spMkLst>
        </pc:spChg>
        <pc:spChg chg="mod">
          <ac:chgData name="Ірина Огій" userId="f6a618ddc3b978aa" providerId="LiveId" clId="{629983A2-27F5-41FC-A51D-744050E8C04A}" dt="2026-05-21T19:08:57.465" v="158" actId="1076"/>
          <ac:spMkLst>
            <pc:docMk/>
            <pc:sldMk cId="0" sldId="260"/>
            <ac:spMk id="5" creationId="{00000000-0000-0000-0000-000000000000}"/>
          </ac:spMkLst>
        </pc:spChg>
        <pc:spChg chg="mod">
          <ac:chgData name="Ірина Огій" userId="f6a618ddc3b978aa" providerId="LiveId" clId="{629983A2-27F5-41FC-A51D-744050E8C04A}" dt="2026-05-21T19:08:57.465" v="158" actId="1076"/>
          <ac:spMkLst>
            <pc:docMk/>
            <pc:sldMk cId="0" sldId="260"/>
            <ac:spMk id="6" creationId="{00000000-0000-0000-0000-000000000000}"/>
          </ac:spMkLst>
        </pc:spChg>
        <pc:spChg chg="mod">
          <ac:chgData name="Ірина Огій" userId="f6a618ddc3b978aa" providerId="LiveId" clId="{629983A2-27F5-41FC-A51D-744050E8C04A}" dt="2026-05-22T09:11:24.044" v="2965" actId="20577"/>
          <ac:spMkLst>
            <pc:docMk/>
            <pc:sldMk cId="0" sldId="260"/>
            <ac:spMk id="7" creationId="{00000000-0000-0000-0000-000000000000}"/>
          </ac:spMkLst>
        </pc:spChg>
        <pc:spChg chg="mod">
          <ac:chgData name="Ірина Огій" userId="f6a618ddc3b978aa" providerId="LiveId" clId="{629983A2-27F5-41FC-A51D-744050E8C04A}" dt="2026-05-22T09:11:44.377" v="2968" actId="255"/>
          <ac:spMkLst>
            <pc:docMk/>
            <pc:sldMk cId="0" sldId="260"/>
            <ac:spMk id="8" creationId="{00000000-0000-0000-0000-000000000000}"/>
          </ac:spMkLst>
        </pc:spChg>
        <pc:spChg chg="mod">
          <ac:chgData name="Ірина Огій" userId="f6a618ddc3b978aa" providerId="LiveId" clId="{629983A2-27F5-41FC-A51D-744050E8C04A}" dt="2026-05-21T20:27:15.253" v="1354" actId="14100"/>
          <ac:spMkLst>
            <pc:docMk/>
            <pc:sldMk cId="0" sldId="260"/>
            <ac:spMk id="9" creationId="{00000000-0000-0000-0000-000000000000}"/>
          </ac:spMkLst>
        </pc:spChg>
        <pc:spChg chg="mod">
          <ac:chgData name="Ірина Огій" userId="f6a618ddc3b978aa" providerId="LiveId" clId="{629983A2-27F5-41FC-A51D-744050E8C04A}" dt="2026-05-21T19:08:57.465" v="158" actId="1076"/>
          <ac:spMkLst>
            <pc:docMk/>
            <pc:sldMk cId="0" sldId="260"/>
            <ac:spMk id="11" creationId="{00000000-0000-0000-0000-000000000000}"/>
          </ac:spMkLst>
        </pc:spChg>
        <pc:spChg chg="mod">
          <ac:chgData name="Ірина Огій" userId="f6a618ddc3b978aa" providerId="LiveId" clId="{629983A2-27F5-41FC-A51D-744050E8C04A}" dt="2026-05-22T09:12:17.008" v="3007" actId="20577"/>
          <ac:spMkLst>
            <pc:docMk/>
            <pc:sldMk cId="0" sldId="260"/>
            <ac:spMk id="12" creationId="{00000000-0000-0000-0000-000000000000}"/>
          </ac:spMkLst>
        </pc:spChg>
        <pc:spChg chg="mod">
          <ac:chgData name="Ірина Огій" userId="f6a618ddc3b978aa" providerId="LiveId" clId="{629983A2-27F5-41FC-A51D-744050E8C04A}" dt="2026-05-22T09:12:26.328" v="3008"/>
          <ac:spMkLst>
            <pc:docMk/>
            <pc:sldMk cId="0" sldId="260"/>
            <ac:spMk id="13" creationId="{00000000-0000-0000-0000-000000000000}"/>
          </ac:spMkLst>
        </pc:spChg>
        <pc:spChg chg="mod">
          <ac:chgData name="Ірина Огій" userId="f6a618ddc3b978aa" providerId="LiveId" clId="{629983A2-27F5-41FC-A51D-744050E8C04A}" dt="2026-05-21T20:27:19.657" v="1355" actId="14100"/>
          <ac:spMkLst>
            <pc:docMk/>
            <pc:sldMk cId="0" sldId="260"/>
            <ac:spMk id="14" creationId="{00000000-0000-0000-0000-000000000000}"/>
          </ac:spMkLst>
        </pc:spChg>
        <pc:spChg chg="mod">
          <ac:chgData name="Ірина Огій" userId="f6a618ddc3b978aa" providerId="LiveId" clId="{629983A2-27F5-41FC-A51D-744050E8C04A}" dt="2026-05-21T19:08:57.465" v="158" actId="1076"/>
          <ac:spMkLst>
            <pc:docMk/>
            <pc:sldMk cId="0" sldId="260"/>
            <ac:spMk id="15" creationId="{00000000-0000-0000-0000-000000000000}"/>
          </ac:spMkLst>
        </pc:spChg>
        <pc:spChg chg="mod">
          <ac:chgData name="Ірина Огій" userId="f6a618ddc3b978aa" providerId="LiveId" clId="{629983A2-27F5-41FC-A51D-744050E8C04A}" dt="2026-05-21T19:08:57.465" v="158" actId="1076"/>
          <ac:spMkLst>
            <pc:docMk/>
            <pc:sldMk cId="0" sldId="260"/>
            <ac:spMk id="16" creationId="{00000000-0000-0000-0000-000000000000}"/>
          </ac:spMkLst>
        </pc:spChg>
        <pc:spChg chg="mod">
          <ac:chgData name="Ірина Огій" userId="f6a618ddc3b978aa" providerId="LiveId" clId="{629983A2-27F5-41FC-A51D-744050E8C04A}" dt="2026-05-22T09:12:40.791" v="3019" actId="20577"/>
          <ac:spMkLst>
            <pc:docMk/>
            <pc:sldMk cId="0" sldId="260"/>
            <ac:spMk id="17" creationId="{00000000-0000-0000-0000-000000000000}"/>
          </ac:spMkLst>
        </pc:spChg>
        <pc:spChg chg="mod">
          <ac:chgData name="Ірина Огій" userId="f6a618ddc3b978aa" providerId="LiveId" clId="{629983A2-27F5-41FC-A51D-744050E8C04A}" dt="2026-05-22T09:12:50.679" v="3022" actId="255"/>
          <ac:spMkLst>
            <pc:docMk/>
            <pc:sldMk cId="0" sldId="260"/>
            <ac:spMk id="18" creationId="{00000000-0000-0000-0000-000000000000}"/>
          </ac:spMkLst>
        </pc:spChg>
        <pc:spChg chg="mod">
          <ac:chgData name="Ірина Огій" userId="f6a618ddc3b978aa" providerId="LiveId" clId="{629983A2-27F5-41FC-A51D-744050E8C04A}" dt="2026-05-21T20:26:52.417" v="1316" actId="1076"/>
          <ac:spMkLst>
            <pc:docMk/>
            <pc:sldMk cId="0" sldId="260"/>
            <ac:spMk id="19" creationId="{00000000-0000-0000-0000-000000000000}"/>
          </ac:spMkLst>
        </pc:spChg>
        <pc:spChg chg="mod">
          <ac:chgData name="Ірина Огій" userId="f6a618ddc3b978aa" providerId="LiveId" clId="{629983A2-27F5-41FC-A51D-744050E8C04A}" dt="2026-05-21T20:26:52.417" v="1316" actId="1076"/>
          <ac:spMkLst>
            <pc:docMk/>
            <pc:sldMk cId="0" sldId="260"/>
            <ac:spMk id="20" creationId="{00000000-0000-0000-0000-000000000000}"/>
          </ac:spMkLst>
        </pc:spChg>
        <pc:spChg chg="mod">
          <ac:chgData name="Ірина Огій" userId="f6a618ddc3b978aa" providerId="LiveId" clId="{629983A2-27F5-41FC-A51D-744050E8C04A}" dt="2026-05-22T16:51:27.418" v="3880" actId="20577"/>
          <ac:spMkLst>
            <pc:docMk/>
            <pc:sldMk cId="0" sldId="260"/>
            <ac:spMk id="21" creationId="{00000000-0000-0000-0000-000000000000}"/>
          </ac:spMkLst>
        </pc:spChg>
        <pc:spChg chg="mod">
          <ac:chgData name="Ірина Огій" userId="f6a618ddc3b978aa" providerId="LiveId" clId="{629983A2-27F5-41FC-A51D-744050E8C04A}" dt="2026-05-22T09:10:45.298" v="2922"/>
          <ac:spMkLst>
            <pc:docMk/>
            <pc:sldMk cId="0" sldId="260"/>
            <ac:spMk id="22" creationId="{00000000-0000-0000-0000-000000000000}"/>
          </ac:spMkLst>
        </pc:spChg>
        <pc:picChg chg="add mod">
          <ac:chgData name="Ірина Огій" userId="f6a618ddc3b978aa" providerId="LiveId" clId="{629983A2-27F5-41FC-A51D-744050E8C04A}" dt="2026-05-21T20:34:54.395" v="1719" actId="208"/>
          <ac:picMkLst>
            <pc:docMk/>
            <pc:sldMk cId="0" sldId="260"/>
            <ac:picMk id="23" creationId="{2DE383BA-C3DA-9AAF-A513-F3E565DB61B2}"/>
          </ac:picMkLst>
        </pc:picChg>
      </pc:sldChg>
      <pc:sldChg chg="addSp delSp modSp mod modTransition">
        <pc:chgData name="Ірина Огій" userId="f6a618ddc3b978aa" providerId="LiveId" clId="{629983A2-27F5-41FC-A51D-744050E8C04A}" dt="2026-05-22T16:51:15.194" v="3878" actId="14100"/>
        <pc:sldMkLst>
          <pc:docMk/>
          <pc:sldMk cId="0" sldId="261"/>
        </pc:sldMkLst>
        <pc:spChg chg="mod">
          <ac:chgData name="Ірина Огій" userId="f6a618ddc3b978aa" providerId="LiveId" clId="{629983A2-27F5-41FC-A51D-744050E8C04A}" dt="2026-05-22T09:08:30.691" v="2911" actId="20577"/>
          <ac:spMkLst>
            <pc:docMk/>
            <pc:sldMk cId="0" sldId="261"/>
            <ac:spMk id="3" creationId="{00000000-0000-0000-0000-000000000000}"/>
          </ac:spMkLst>
        </pc:spChg>
        <pc:spChg chg="del">
          <ac:chgData name="Ірина Огій" userId="f6a618ddc3b978aa" providerId="LiveId" clId="{629983A2-27F5-41FC-A51D-744050E8C04A}" dt="2026-05-21T20:20:47.555" v="1230" actId="21"/>
          <ac:spMkLst>
            <pc:docMk/>
            <pc:sldMk cId="0" sldId="261"/>
            <ac:spMk id="4" creationId="{00000000-0000-0000-0000-000000000000}"/>
          </ac:spMkLst>
        </pc:spChg>
        <pc:spChg chg="del">
          <ac:chgData name="Ірина Огій" userId="f6a618ddc3b978aa" providerId="LiveId" clId="{629983A2-27F5-41FC-A51D-744050E8C04A}" dt="2026-05-21T20:20:51.688" v="1231" actId="21"/>
          <ac:spMkLst>
            <pc:docMk/>
            <pc:sldMk cId="0" sldId="261"/>
            <ac:spMk id="5" creationId="{00000000-0000-0000-0000-000000000000}"/>
          </ac:spMkLst>
        </pc:spChg>
        <pc:spChg chg="del">
          <ac:chgData name="Ірина Огій" userId="f6a618ddc3b978aa" providerId="LiveId" clId="{629983A2-27F5-41FC-A51D-744050E8C04A}" dt="2026-05-21T20:20:54.853" v="1232" actId="21"/>
          <ac:spMkLst>
            <pc:docMk/>
            <pc:sldMk cId="0" sldId="261"/>
            <ac:spMk id="6" creationId="{00000000-0000-0000-0000-000000000000}"/>
          </ac:spMkLst>
        </pc:spChg>
        <pc:spChg chg="del">
          <ac:chgData name="Ірина Огій" userId="f6a618ddc3b978aa" providerId="LiveId" clId="{629983A2-27F5-41FC-A51D-744050E8C04A}" dt="2026-05-21T20:20:58.821" v="1233" actId="21"/>
          <ac:spMkLst>
            <pc:docMk/>
            <pc:sldMk cId="0" sldId="261"/>
            <ac:spMk id="7" creationId="{00000000-0000-0000-0000-000000000000}"/>
          </ac:spMkLst>
        </pc:spChg>
        <pc:spChg chg="del">
          <ac:chgData name="Ірина Огій" userId="f6a618ddc3b978aa" providerId="LiveId" clId="{629983A2-27F5-41FC-A51D-744050E8C04A}" dt="2026-05-21T20:21:01.516" v="1234" actId="21"/>
          <ac:spMkLst>
            <pc:docMk/>
            <pc:sldMk cId="0" sldId="261"/>
            <ac:spMk id="8" creationId="{00000000-0000-0000-0000-000000000000}"/>
          </ac:spMkLst>
        </pc:spChg>
        <pc:spChg chg="del mod">
          <ac:chgData name="Ірина Огій" userId="f6a618ddc3b978aa" providerId="LiveId" clId="{629983A2-27F5-41FC-A51D-744050E8C04A}" dt="2026-05-21T20:21:08.051" v="1236" actId="21"/>
          <ac:spMkLst>
            <pc:docMk/>
            <pc:sldMk cId="0" sldId="261"/>
            <ac:spMk id="9" creationId="{00000000-0000-0000-0000-000000000000}"/>
          </ac:spMkLst>
        </pc:spChg>
        <pc:spChg chg="del">
          <ac:chgData name="Ірина Огій" userId="f6a618ddc3b978aa" providerId="LiveId" clId="{629983A2-27F5-41FC-A51D-744050E8C04A}" dt="2026-05-21T19:31:50.880" v="475" actId="21"/>
          <ac:spMkLst>
            <pc:docMk/>
            <pc:sldMk cId="0" sldId="261"/>
            <ac:spMk id="10" creationId="{00000000-0000-0000-0000-000000000000}"/>
          </ac:spMkLst>
        </pc:spChg>
        <pc:spChg chg="add mod">
          <ac:chgData name="Ірина Огій" userId="f6a618ddc3b978aa" providerId="LiveId" clId="{629983A2-27F5-41FC-A51D-744050E8C04A}" dt="2026-05-22T16:50:58.754" v="3873" actId="1076"/>
          <ac:spMkLst>
            <pc:docMk/>
            <pc:sldMk cId="0" sldId="261"/>
            <ac:spMk id="10" creationId="{F9FDA9D6-78E9-B189-6998-D0473643789C}"/>
          </ac:spMkLst>
        </pc:spChg>
        <pc:spChg chg="mod">
          <ac:chgData name="Ірина Огій" userId="f6a618ddc3b978aa" providerId="LiveId" clId="{629983A2-27F5-41FC-A51D-744050E8C04A}" dt="2026-05-22T16:51:06.760" v="3876" actId="14100"/>
          <ac:spMkLst>
            <pc:docMk/>
            <pc:sldMk cId="0" sldId="261"/>
            <ac:spMk id="11" creationId="{00000000-0000-0000-0000-000000000000}"/>
          </ac:spMkLst>
        </pc:spChg>
        <pc:spChg chg="del mod">
          <ac:chgData name="Ірина Огій" userId="f6a618ddc3b978aa" providerId="LiveId" clId="{629983A2-27F5-41FC-A51D-744050E8C04A}" dt="2026-05-21T20:21:24.277" v="1238" actId="21"/>
          <ac:spMkLst>
            <pc:docMk/>
            <pc:sldMk cId="0" sldId="261"/>
            <ac:spMk id="12" creationId="{00000000-0000-0000-0000-000000000000}"/>
          </ac:spMkLst>
        </pc:spChg>
        <pc:spChg chg="del mod">
          <ac:chgData name="Ірина Огій" userId="f6a618ddc3b978aa" providerId="LiveId" clId="{629983A2-27F5-41FC-A51D-744050E8C04A}" dt="2026-05-21T20:21:24.277" v="1238" actId="21"/>
          <ac:spMkLst>
            <pc:docMk/>
            <pc:sldMk cId="0" sldId="261"/>
            <ac:spMk id="13" creationId="{00000000-0000-0000-0000-000000000000}"/>
          </ac:spMkLst>
        </pc:spChg>
        <pc:spChg chg="add mod">
          <ac:chgData name="Ірина Огій" userId="f6a618ddc3b978aa" providerId="LiveId" clId="{629983A2-27F5-41FC-A51D-744050E8C04A}" dt="2026-05-22T16:50:58.754" v="3873" actId="1076"/>
          <ac:spMkLst>
            <pc:docMk/>
            <pc:sldMk cId="0" sldId="261"/>
            <ac:spMk id="14" creationId="{5BC3E357-CE91-DBF5-0CB0-D68D979746C8}"/>
          </ac:spMkLst>
        </pc:spChg>
        <pc:spChg chg="add mod">
          <ac:chgData name="Ірина Огій" userId="f6a618ddc3b978aa" providerId="LiveId" clId="{629983A2-27F5-41FC-A51D-744050E8C04A}" dt="2026-05-22T16:50:58.754" v="3873" actId="1076"/>
          <ac:spMkLst>
            <pc:docMk/>
            <pc:sldMk cId="0" sldId="261"/>
            <ac:spMk id="15" creationId="{9BA6B7B0-6448-0180-75E4-7F40CEF5A16A}"/>
          </ac:spMkLst>
        </pc:spChg>
        <pc:spChg chg="add mod">
          <ac:chgData name="Ірина Огій" userId="f6a618ddc3b978aa" providerId="LiveId" clId="{629983A2-27F5-41FC-A51D-744050E8C04A}" dt="2026-05-22T16:50:58.754" v="3873" actId="1076"/>
          <ac:spMkLst>
            <pc:docMk/>
            <pc:sldMk cId="0" sldId="261"/>
            <ac:spMk id="16" creationId="{9FBB970E-B8C0-9218-7FCE-91C02C9303C2}"/>
          </ac:spMkLst>
        </pc:spChg>
        <pc:picChg chg="add mod">
          <ac:chgData name="Ірина Огій" userId="f6a618ddc3b978aa" providerId="LiveId" clId="{629983A2-27F5-41FC-A51D-744050E8C04A}" dt="2026-05-22T16:51:15.194" v="3878" actId="14100"/>
          <ac:picMkLst>
            <pc:docMk/>
            <pc:sldMk cId="0" sldId="261"/>
            <ac:picMk id="17" creationId="{9AA13CC4-CA39-EB06-241F-798E5ED84E38}"/>
          </ac:picMkLst>
        </pc:picChg>
      </pc:sldChg>
      <pc:sldChg chg="addSp delSp modSp mod modTransition">
        <pc:chgData name="Ірина Огій" userId="f6a618ddc3b978aa" providerId="LiveId" clId="{629983A2-27F5-41FC-A51D-744050E8C04A}" dt="2026-05-22T09:19:09.333" v="3328" actId="20577"/>
        <pc:sldMkLst>
          <pc:docMk/>
          <pc:sldMk cId="0" sldId="262"/>
        </pc:sldMkLst>
        <pc:spChg chg="mod">
          <ac:chgData name="Ірина Огій" userId="f6a618ddc3b978aa" providerId="LiveId" clId="{629983A2-27F5-41FC-A51D-744050E8C04A}" dt="2026-05-22T09:19:09.333" v="3328" actId="20577"/>
          <ac:spMkLst>
            <pc:docMk/>
            <pc:sldMk cId="0" sldId="262"/>
            <ac:spMk id="4" creationId="{00000000-0000-0000-0000-000000000000}"/>
          </ac:spMkLst>
        </pc:spChg>
        <pc:spChg chg="mod">
          <ac:chgData name="Ірина Огій" userId="f6a618ddc3b978aa" providerId="LiveId" clId="{629983A2-27F5-41FC-A51D-744050E8C04A}" dt="2026-05-22T09:19:04.319" v="3327" actId="14100"/>
          <ac:spMkLst>
            <pc:docMk/>
            <pc:sldMk cId="0" sldId="262"/>
            <ac:spMk id="5" creationId="{00000000-0000-0000-0000-000000000000}"/>
          </ac:spMkLst>
        </pc:spChg>
        <pc:picChg chg="add del mod">
          <ac:chgData name="Ірина Огій" userId="f6a618ddc3b978aa" providerId="LiveId" clId="{629983A2-27F5-41FC-A51D-744050E8C04A}" dt="2026-05-21T19:43:57.577" v="511" actId="21"/>
          <ac:picMkLst>
            <pc:docMk/>
            <pc:sldMk cId="0" sldId="262"/>
            <ac:picMk id="10" creationId="{693E7BC9-AF57-6978-CA20-55005E41823A}"/>
          </ac:picMkLst>
        </pc:picChg>
        <pc:picChg chg="add mod">
          <ac:chgData name="Ірина Огій" userId="f6a618ddc3b978aa" providerId="LiveId" clId="{629983A2-27F5-41FC-A51D-744050E8C04A}" dt="2026-05-21T20:35:03.381" v="1722" actId="208"/>
          <ac:picMkLst>
            <pc:docMk/>
            <pc:sldMk cId="0" sldId="262"/>
            <ac:picMk id="10" creationId="{C762673D-4947-16E8-C6EA-DC681815D754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1025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3" name="Shape 1"/>
          <p:cNvSpPr/>
          <p:nvPr/>
        </p:nvSpPr>
        <p:spPr>
          <a:xfrm>
            <a:off x="1097280" y="731520"/>
            <a:ext cx="6949440" cy="2377440"/>
          </a:xfrm>
          <a:prstGeom prst="rect">
            <a:avLst/>
          </a:prstGeom>
          <a:solidFill>
            <a:srgbClr val="0F2557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4" name="Text 2"/>
          <p:cNvSpPr/>
          <p:nvPr/>
        </p:nvSpPr>
        <p:spPr>
          <a:xfrm>
            <a:off x="1371600" y="868680"/>
            <a:ext cx="6400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Лабораторна </a:t>
            </a:r>
            <a:r>
              <a:rPr lang="en-US" sz="28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робота</a:t>
            </a: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№4:</a:t>
            </a:r>
            <a:endParaRPr lang="en-US" sz="28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uk-UA" sz="28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Класи </a:t>
            </a:r>
            <a:r>
              <a:rPr lang="uk-UA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мові</a:t>
            </a: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Java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371600" y="237744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 err="1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Варіант</a:t>
            </a:r>
            <a:r>
              <a:rPr lang="en-US" sz="15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№7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286000" y="3566160"/>
            <a:ext cx="457200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7" name="Text 5"/>
          <p:cNvSpPr/>
          <p:nvPr/>
        </p:nvSpPr>
        <p:spPr>
          <a:xfrm>
            <a:off x="2468880" y="361188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uk-UA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Виконала</a:t>
            </a: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 </a:t>
            </a:r>
            <a:r>
              <a:rPr lang="en-US" sz="1300" b="1" dirty="0">
                <a:solidFill>
                  <a:srgbClr val="0F2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Огій Ірина Вадимівна</a:t>
            </a:r>
            <a:r>
              <a:rPr lang="en-US" sz="600" dirty="0">
                <a:solidFill>
                  <a:srgbClr val="000000"/>
                </a:solidFill>
              </a:rPr>
              <a:t>
</a:t>
            </a:r>
            <a:endParaRPr lang="en-US" sz="13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Група:  </a:t>
            </a:r>
            <a:r>
              <a:rPr lang="en-US" sz="1300" b="1" dirty="0">
                <a:solidFill>
                  <a:srgbClr val="0F2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ІО-з51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uk-UA"/>
          </a:p>
        </p:txBody>
      </p:sp>
      <p:pic>
        <p:nvPicPr>
          <p:cNvPr id="9" name="Camera 8">
            <a:extLst>
              <a:ext uri="{FF2B5EF4-FFF2-40B4-BE49-F238E27FC236}">
                <a16:creationId xmlns:a16="http://schemas.microsoft.com/office/drawing/2014/main" id="{B8DE2AA4-F724-153A-1D74-03462479DBCE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9228" y="3538728"/>
            <a:ext cx="1543050" cy="1543050"/>
          </a:xfrm>
          <a:prstGeom prst="ellipse">
            <a:avLst/>
          </a:prstGeom>
          <a:ln w="19050" cap="rnd">
            <a:solidFill>
              <a:srgbClr val="0F2557"/>
            </a:solidFill>
          </a:ln>
          <a:effectLst/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557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3" name="Text 1"/>
          <p:cNvSpPr/>
          <p:nvPr/>
        </p:nvSpPr>
        <p:spPr>
          <a:xfrm>
            <a:off x="548640" y="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Розрахунок</a:t>
            </a: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2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варіант</a:t>
            </a:r>
            <a:r>
              <a:rPr lang="uk-UA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 завдання</a:t>
            </a:r>
            <a:endParaRPr lang="en-US" sz="2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7281086"/>
              </p:ext>
            </p:extLst>
          </p:nvPr>
        </p:nvGraphicFramePr>
        <p:xfrm>
          <a:off x="457201" y="1993392"/>
          <a:ext cx="4114799" cy="768096"/>
        </p:xfrm>
        <a:graphic>
          <a:graphicData uri="http://schemas.openxmlformats.org/drawingml/2006/table">
            <a:tbl>
              <a:tblPr/>
              <a:tblGrid>
                <a:gridCol w="8668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9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96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333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Параметр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Формула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Результат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Значення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7 % 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B4D8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uk-UA" sz="1000" dirty="0">
                          <a:solidFill>
                            <a:srgbClr val="334155"/>
                          </a:solidFill>
                        </a:rPr>
                        <a:t>Клас: </a:t>
                      </a:r>
                      <a:r>
                        <a:rPr lang="en-US" sz="1000" b="1" dirty="0">
                          <a:solidFill>
                            <a:srgbClr val="334155"/>
                          </a:solidFill>
                        </a:rPr>
                        <a:t>Furniture (</a:t>
                      </a:r>
                      <a:r>
                        <a:rPr lang="uk-UA" sz="1000" b="1" dirty="0">
                          <a:solidFill>
                            <a:srgbClr val="334155"/>
                          </a:solidFill>
                        </a:rPr>
                        <a:t>Меблі)</a:t>
                      </a:r>
                      <a:endParaRPr lang="en-US" sz="1000" dirty="0">
                        <a:solidFill>
                          <a:srgbClr val="334155"/>
                        </a:solidFill>
                        <a:latin typeface="Arial" panose="020B0604020202020204" pitchFamily="34" charset="0"/>
                        <a:ea typeface="Arial" charset="0"/>
                        <a:cs typeface="Arial" panose="020B0604020202020204" pitchFamily="34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937760" y="1097280"/>
            <a:ext cx="3840480" cy="2560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6" name="Text 3"/>
          <p:cNvSpPr/>
          <p:nvPr/>
        </p:nvSpPr>
        <p:spPr>
          <a:xfrm>
            <a:off x="5120640" y="11887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uk-UA" sz="1300" b="1" dirty="0">
                <a:solidFill>
                  <a:srgbClr val="0F2557"/>
                </a:solidFill>
                <a:latin typeface="Arial" pitchFamily="34" charset="0"/>
                <a:cs typeface="Arial" pitchFamily="34" charset="-120"/>
              </a:rPr>
              <a:t>Структура та завдання для реалізації: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3977640"/>
            <a:ext cx="8229600" cy="822960"/>
          </a:xfrm>
          <a:prstGeom prst="rect">
            <a:avLst/>
          </a:prstGeom>
          <a:solidFill>
            <a:srgbClr val="E0F7FA"/>
          </a:solidFill>
          <a:ln w="63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9" name="Text 6"/>
          <p:cNvSpPr/>
          <p:nvPr/>
        </p:nvSpPr>
        <p:spPr>
          <a:xfrm>
            <a:off x="640080" y="39776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uk-UA" sz="1100" b="1" dirty="0">
                <a:solidFill>
                  <a:srgbClr val="0F2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Клас: Меблі  </a:t>
            </a:r>
            <a:r>
              <a:rPr lang="en-US" sz="1100" dirty="0">
                <a:solidFill>
                  <a:srgbClr val="64748B"/>
                </a:solidFill>
              </a:rPr>
              <a:t>|  </a:t>
            </a:r>
            <a:r>
              <a:rPr lang="uk-UA" sz="1100" b="1" dirty="0">
                <a:solidFill>
                  <a:srgbClr val="0F2557"/>
                </a:solidFill>
                <a:latin typeface="Arial" pitchFamily="34" charset="0"/>
                <a:cs typeface="Arial" pitchFamily="34" charset="-120"/>
              </a:rPr>
              <a:t>Мінімум </a:t>
            </a:r>
            <a:r>
              <a:rPr lang="uk-UA" sz="1100" b="1">
                <a:solidFill>
                  <a:srgbClr val="0F2557"/>
                </a:solidFill>
                <a:latin typeface="Arial" pitchFamily="34" charset="0"/>
                <a:cs typeface="Arial" pitchFamily="34" charset="-120"/>
              </a:rPr>
              <a:t>5 полів</a:t>
            </a:r>
            <a:r>
              <a:rPr lang="uk-UA" sz="1100" b="1">
                <a:solidFill>
                  <a:srgbClr val="0F2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>
                <a:solidFill>
                  <a:srgbClr val="64748B"/>
                </a:solidFill>
              </a:rPr>
              <a:t>|</a:t>
            </a:r>
            <a:r>
              <a:rPr lang="uk-UA" sz="1100" dirty="0">
                <a:solidFill>
                  <a:srgbClr val="64748B"/>
                </a:solidFill>
              </a:rPr>
              <a:t> </a:t>
            </a:r>
            <a:r>
              <a:rPr lang="uk-UA" sz="1100" b="1" dirty="0">
                <a:solidFill>
                  <a:srgbClr val="0F2557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uk-UA" sz="1100" b="1" dirty="0">
                <a:solidFill>
                  <a:srgbClr val="0F2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Сортування за спаданням та зростанням</a:t>
            </a:r>
            <a:r>
              <a:rPr lang="uk-UA" sz="1100" dirty="0">
                <a:solidFill>
                  <a:srgbClr val="64748B"/>
                </a:solidFill>
              </a:rPr>
              <a:t>  </a:t>
            </a:r>
            <a:endParaRPr lang="en-US" sz="11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994C63-0DD5-9FD4-7272-18D01A61052E}"/>
              </a:ext>
            </a:extLst>
          </p:cNvPr>
          <p:cNvSpPr txBox="1"/>
          <p:nvPr/>
        </p:nvSpPr>
        <p:spPr>
          <a:xfrm>
            <a:off x="5176024" y="1645920"/>
            <a:ext cx="336395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uk-UA" sz="1200" dirty="0">
                <a:solidFill>
                  <a:srgbClr val="3341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Створення класу </a:t>
            </a:r>
            <a:r>
              <a:rPr lang="en-US" sz="1200" dirty="0">
                <a:solidFill>
                  <a:srgbClr val="3341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Furniture </a:t>
            </a:r>
            <a:r>
              <a:rPr lang="uk-UA" sz="1200" dirty="0">
                <a:solidFill>
                  <a:srgbClr val="3341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із 5 полями різних типів.</a:t>
            </a:r>
            <a:endParaRPr lang="en-US" sz="1200" dirty="0">
              <a:solidFill>
                <a:srgbClr val="3341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uk-UA" sz="1200" dirty="0">
                <a:solidFill>
                  <a:srgbClr val="3341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Забезпечення інкапсуляції.</a:t>
            </a:r>
            <a:endParaRPr lang="en-US" sz="1200" dirty="0">
              <a:solidFill>
                <a:srgbClr val="3341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uk-UA" sz="1200" dirty="0">
                <a:solidFill>
                  <a:srgbClr val="3341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Створення масиву об'єктів.</a:t>
            </a:r>
            <a:endParaRPr lang="en-US" sz="1200" dirty="0">
              <a:solidFill>
                <a:srgbClr val="3341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uk-UA" sz="1200" dirty="0">
                <a:solidFill>
                  <a:srgbClr val="3341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Сортування: за </a:t>
            </a:r>
            <a:r>
              <a:rPr lang="uk-UA" sz="1200" b="1" dirty="0">
                <a:solidFill>
                  <a:srgbClr val="3341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ціною</a:t>
            </a:r>
            <a:r>
              <a:rPr lang="uk-UA" sz="1200" dirty="0">
                <a:solidFill>
                  <a:srgbClr val="3341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1200" dirty="0">
                <a:solidFill>
                  <a:srgbClr val="3341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Price) - </a:t>
            </a:r>
            <a:r>
              <a:rPr lang="uk-UA" sz="1200" dirty="0">
                <a:solidFill>
                  <a:srgbClr val="3341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за зростанням; за </a:t>
            </a:r>
            <a:r>
              <a:rPr lang="uk-UA" sz="1200" b="1" dirty="0">
                <a:solidFill>
                  <a:srgbClr val="3341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вагою</a:t>
            </a:r>
            <a:r>
              <a:rPr lang="uk-UA" sz="1200" dirty="0">
                <a:solidFill>
                  <a:srgbClr val="3341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1200" dirty="0">
                <a:solidFill>
                  <a:srgbClr val="3341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Weight) - </a:t>
            </a:r>
            <a:r>
              <a:rPr lang="uk-UA" sz="1200" dirty="0">
                <a:solidFill>
                  <a:srgbClr val="3341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за спаданням.</a:t>
            </a:r>
          </a:p>
        </p:txBody>
      </p:sp>
      <p:pic>
        <p:nvPicPr>
          <p:cNvPr id="12" name="Camera 11">
            <a:extLst>
              <a:ext uri="{FF2B5EF4-FFF2-40B4-BE49-F238E27FC236}">
                <a16:creationId xmlns:a16="http://schemas.microsoft.com/office/drawing/2014/main" id="{9C9CBF23-E5FF-391A-48BD-2829C8D1E3AE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9228" y="3538728"/>
            <a:ext cx="1543050" cy="1543050"/>
          </a:xfrm>
          <a:prstGeom prst="ellipse">
            <a:avLst/>
          </a:prstGeom>
          <a:ln>
            <a:solidFill>
              <a:srgbClr val="0F2557"/>
            </a:solidFill>
          </a:ln>
        </p:spPr>
      </p:pic>
      <p:pic>
        <p:nvPicPr>
          <p:cNvPr id="13" name="Camera 12">
            <a:extLst>
              <a:ext uri="{FF2B5EF4-FFF2-40B4-BE49-F238E27FC236}">
                <a16:creationId xmlns:a16="http://schemas.microsoft.com/office/drawing/2014/main" id="{A57F5716-3534-97D0-69A5-7E0E0C473773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9228" y="3538728"/>
            <a:ext cx="1543050" cy="1543050"/>
          </a:xfrm>
          <a:prstGeom prst="ellipse">
            <a:avLst/>
          </a:prstGeom>
          <a:ln w="19050" cap="rnd">
            <a:solidFill>
              <a:srgbClr val="0F2557"/>
            </a:solidFill>
          </a:ln>
          <a:effectLst/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557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3" name="Text 1"/>
          <p:cNvSpPr/>
          <p:nvPr/>
        </p:nvSpPr>
        <p:spPr>
          <a:xfrm>
            <a:off x="457200" y="-8549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uk-UA" sz="20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Проєктування класу та інкапсуляція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199" y="1728996"/>
            <a:ext cx="3931920" cy="1949233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t"/>
          <a:lstStyle/>
          <a:p>
            <a:pPr algn="just"/>
            <a:r>
              <a:rPr lang="uk-UA" sz="1100" b="1" dirty="0">
                <a:solidFill>
                  <a:srgbClr val="0F25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Модифікатор </a:t>
            </a:r>
            <a:r>
              <a:rPr lang="en-US" sz="1100" b="1" dirty="0">
                <a:solidFill>
                  <a:srgbClr val="0F25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private: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uk-UA" sz="1100" dirty="0">
                <a:latin typeface="Arial" panose="020B0604020202020204" pitchFamily="34" charset="0"/>
                <a:cs typeface="Arial" panose="020B0604020202020204" pitchFamily="34" charset="0"/>
              </a:rPr>
              <a:t>Надійно приховує внутрішній стан об'єкта від несанкціонованих змін ззовні.</a:t>
            </a:r>
          </a:p>
          <a:p>
            <a:pPr algn="just"/>
            <a:endParaRPr lang="uk-UA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uk-UA" sz="1100" b="1" dirty="0">
                <a:solidFill>
                  <a:srgbClr val="0F25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Конструктор:</a:t>
            </a:r>
            <a:r>
              <a:rPr lang="uk-UA" sz="1100" dirty="0">
                <a:solidFill>
                  <a:srgbClr val="0F25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uk-UA" sz="1100" dirty="0">
                <a:latin typeface="Arial" panose="020B0604020202020204" pitchFamily="34" charset="0"/>
                <a:cs typeface="Arial" panose="020B0604020202020204" pitchFamily="34" charset="0"/>
              </a:rPr>
              <a:t>Спеціальний метод для створення об'єкта та миттєвого заповнення всіх його 5 полів.</a:t>
            </a:r>
          </a:p>
          <a:p>
            <a:pPr algn="just"/>
            <a:endParaRPr lang="uk-UA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uk-UA" sz="1100" b="1" dirty="0">
                <a:solidFill>
                  <a:srgbClr val="0F25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Методи доступу (</a:t>
            </a:r>
            <a:r>
              <a:rPr lang="en-US" sz="1100" b="1" dirty="0">
                <a:solidFill>
                  <a:srgbClr val="0F25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Getters):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uk-UA" sz="1100" dirty="0">
                <a:latin typeface="Arial" panose="020B0604020202020204" pitchFamily="34" charset="0"/>
                <a:cs typeface="Arial" panose="020B0604020202020204" pitchFamily="34" charset="0"/>
              </a:rPr>
              <a:t>Надають безпечний доступ до прихованих даних для читання.</a:t>
            </a:r>
          </a:p>
        </p:txBody>
      </p:sp>
      <p:sp>
        <p:nvSpPr>
          <p:cNvPr id="6" name="Shape 4"/>
          <p:cNvSpPr/>
          <p:nvPr/>
        </p:nvSpPr>
        <p:spPr>
          <a:xfrm>
            <a:off x="4754882" y="940047"/>
            <a:ext cx="4023360" cy="402336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7" name="Shape 5"/>
          <p:cNvSpPr/>
          <p:nvPr/>
        </p:nvSpPr>
        <p:spPr>
          <a:xfrm>
            <a:off x="4754882" y="940047"/>
            <a:ext cx="4023360" cy="320040"/>
          </a:xfrm>
          <a:prstGeom prst="rect">
            <a:avLst/>
          </a:prstGeom>
          <a:solidFill>
            <a:srgbClr val="151E2D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8" name="Text 6"/>
          <p:cNvSpPr/>
          <p:nvPr/>
        </p:nvSpPr>
        <p:spPr>
          <a:xfrm>
            <a:off x="4937762" y="940047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</a:rPr>
              <a:t>Lab</a:t>
            </a:r>
            <a:r>
              <a:rPr lang="uk-UA" sz="900" dirty="0">
                <a:solidFill>
                  <a:srgbClr val="64748B"/>
                </a:solidFill>
                <a:latin typeface="Consolas" pitchFamily="34" charset="0"/>
              </a:rPr>
              <a:t>4</a:t>
            </a:r>
            <a:r>
              <a:rPr lang="en-US" sz="900" dirty="0">
                <a:solidFill>
                  <a:srgbClr val="64748B"/>
                </a:solidFill>
                <a:latin typeface="Consolas" pitchFamily="34" charset="0"/>
              </a:rPr>
              <a:t>.java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937762" y="1351527"/>
            <a:ext cx="3657600" cy="3532707"/>
          </a:xfrm>
          <a:prstGeom prst="rect">
            <a:avLst/>
          </a:prstGeom>
          <a:noFill/>
          <a:ln/>
        </p:spPr>
        <p:txBody>
          <a:bodyPr wrap="square" lIns="38100" tIns="63500" rIns="63500" bIns="38100" rtlCol="0" anchor="t"/>
          <a:lstStyle/>
          <a:p>
            <a:pPr>
              <a:lnSpc>
                <a:spcPct val="115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Furniture {</a:t>
            </a:r>
          </a:p>
          <a:p>
            <a:pPr>
              <a:lnSpc>
                <a:spcPct val="115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</a:t>
            </a:r>
            <a:r>
              <a:rPr lang="uk-UA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полів різних типів з інкапсуляцією (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private)</a:t>
            </a:r>
          </a:p>
          <a:p>
            <a:pPr>
              <a:lnSpc>
                <a:spcPct val="115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</a:t>
            </a:r>
            <a:r>
              <a:rPr lang="uk-UA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 String name;</a:t>
            </a:r>
          </a:p>
          <a:p>
            <a:pPr>
              <a:lnSpc>
                <a:spcPct val="115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final String material;</a:t>
            </a:r>
          </a:p>
          <a:p>
            <a:pPr>
              <a:lnSpc>
                <a:spcPct val="115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final double price;</a:t>
            </a:r>
          </a:p>
          <a:p>
            <a:pPr>
              <a:lnSpc>
                <a:spcPct val="115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final double weight;</a:t>
            </a:r>
          </a:p>
          <a:p>
            <a:pPr>
              <a:lnSpc>
                <a:spcPct val="115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final int 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durabilityYears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</a:p>
          <a:p>
            <a:pPr>
              <a:lnSpc>
                <a:spcPct val="115000"/>
              </a:lnSpc>
            </a:pPr>
            <a:endParaRPr lang="en-US" sz="900" dirty="0">
              <a:solidFill>
                <a:srgbClr val="A5F3FC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>
              <a:lnSpc>
                <a:spcPct val="115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Furniture(String name, String material, double price, double weight, int 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durabilityYears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</a:p>
          <a:p>
            <a:pPr>
              <a:lnSpc>
                <a:spcPct val="115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this.name = name;</a:t>
            </a:r>
          </a:p>
          <a:p>
            <a:pPr>
              <a:lnSpc>
                <a:spcPct val="115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this.material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material;</a:t>
            </a:r>
          </a:p>
          <a:p>
            <a:pPr>
              <a:lnSpc>
                <a:spcPct val="115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this.price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price;</a:t>
            </a:r>
          </a:p>
          <a:p>
            <a:pPr>
              <a:lnSpc>
                <a:spcPct val="115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this.weight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weight;</a:t>
            </a:r>
          </a:p>
          <a:p>
            <a:pPr>
              <a:lnSpc>
                <a:spcPct val="115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this.durabilityYears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durabilityYears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</a:p>
          <a:p>
            <a:pPr>
              <a:lnSpc>
                <a:spcPct val="115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</a:p>
          <a:p>
            <a:pPr>
              <a:lnSpc>
                <a:spcPct val="115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 . .</a:t>
            </a:r>
            <a:endParaRPr lang="uk-UA" sz="900" dirty="0">
              <a:solidFill>
                <a:srgbClr val="A5F3FC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>
              <a:lnSpc>
                <a:spcPct val="115000"/>
              </a:lnSpc>
            </a:pPr>
            <a:r>
              <a:rPr lang="uk-UA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double 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getPrice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 return price; }</a:t>
            </a:r>
          </a:p>
          <a:p>
            <a:pPr>
              <a:lnSpc>
                <a:spcPct val="115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double 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getWeight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 return weight; }</a:t>
            </a:r>
          </a:p>
          <a:p>
            <a:pPr>
              <a:lnSpc>
                <a:spcPct val="115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 . .</a:t>
            </a:r>
          </a:p>
          <a:p>
            <a:pPr>
              <a:lnSpc>
                <a:spcPct val="115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pic>
        <p:nvPicPr>
          <p:cNvPr id="4" name="Camera 3">
            <a:extLst>
              <a:ext uri="{FF2B5EF4-FFF2-40B4-BE49-F238E27FC236}">
                <a16:creationId xmlns:a16="http://schemas.microsoft.com/office/drawing/2014/main" id="{49847BB2-B4E6-16C5-B7E2-73345823163D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36" y="3581211"/>
            <a:ext cx="1469733" cy="1469733"/>
          </a:xfrm>
          <a:prstGeom prst="ellipse">
            <a:avLst/>
          </a:prstGeom>
          <a:ln w="19050" cap="rnd">
            <a:solidFill>
              <a:srgbClr val="0F2557"/>
            </a:solidFill>
          </a:ln>
          <a:effectLst/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557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3" name="Text 1"/>
          <p:cNvSpPr/>
          <p:nvPr/>
        </p:nvSpPr>
        <p:spPr>
          <a:xfrm>
            <a:off x="54864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uk-UA" sz="20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Багаторівневе сортування об’єктів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1" y="992087"/>
            <a:ext cx="4023360" cy="3936752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5" name="Shape 3"/>
          <p:cNvSpPr/>
          <p:nvPr/>
        </p:nvSpPr>
        <p:spPr>
          <a:xfrm>
            <a:off x="457201" y="992087"/>
            <a:ext cx="4023360" cy="320040"/>
          </a:xfrm>
          <a:prstGeom prst="rect">
            <a:avLst/>
          </a:prstGeom>
          <a:solidFill>
            <a:srgbClr val="151E2D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6" name="Text 4"/>
          <p:cNvSpPr/>
          <p:nvPr/>
        </p:nvSpPr>
        <p:spPr>
          <a:xfrm>
            <a:off x="640081" y="992087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</a:t>
            </a:r>
            <a:r>
              <a:rPr lang="uk-UA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r>
              <a:rPr lang="en-US" sz="90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 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1" y="1403567"/>
            <a:ext cx="3657600" cy="3384023"/>
          </a:xfrm>
          <a:prstGeom prst="rect">
            <a:avLst/>
          </a:prstGeom>
          <a:noFill/>
          <a:ln/>
        </p:spPr>
        <p:txBody>
          <a:bodyPr wrap="square" lIns="38100" tIns="63500" rIns="63500" bIns="38100" rtlCol="0" anchor="t"/>
          <a:lstStyle/>
          <a:p>
            <a:pPr>
              <a:lnSpc>
                <a:spcPct val="112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java.util.Arrays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</a:p>
          <a:p>
            <a:pPr>
              <a:lnSpc>
                <a:spcPct val="112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java.util.Comparator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</a:p>
          <a:p>
            <a:pPr>
              <a:lnSpc>
                <a:spcPct val="112000"/>
              </a:lnSpc>
            </a:pPr>
            <a:endParaRPr lang="en-US" sz="900" dirty="0">
              <a:solidFill>
                <a:srgbClr val="A5F3FC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>
              <a:lnSpc>
                <a:spcPct val="112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</a:t>
            </a:r>
            <a:r>
              <a:rPr lang="uk-UA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Багаторівневе сортування: за ціною (вгору), за вагою (вниз)</a:t>
            </a:r>
          </a:p>
          <a:p>
            <a:pPr>
              <a:lnSpc>
                <a:spcPct val="112000"/>
              </a:lnSpc>
            </a:pP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Arrays.sort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(catalog, new Comparator&lt;Furniture&gt;() {</a:t>
            </a:r>
          </a:p>
          <a:p>
            <a:pPr>
              <a:lnSpc>
                <a:spcPct val="112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@Override</a:t>
            </a:r>
          </a:p>
          <a:p>
            <a:pPr>
              <a:lnSpc>
                <a:spcPct val="112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int compare(Furniture f1, Furniture f2) {</a:t>
            </a:r>
          </a:p>
          <a:p>
            <a:pPr>
              <a:lnSpc>
                <a:spcPct val="112000"/>
              </a:lnSpc>
            </a:pPr>
            <a:r>
              <a:rPr lang="uk-UA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priceCompare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Double.compare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(f1.getPrice(), </a:t>
            </a:r>
            <a:r>
              <a:rPr lang="uk-UA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f2.getPrice());</a:t>
            </a:r>
          </a:p>
          <a:p>
            <a:pPr>
              <a:lnSpc>
                <a:spcPct val="112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priceCompare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!= 0)</a:t>
            </a:r>
            <a:r>
              <a:rPr lang="uk-UA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priceCompare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</a:p>
          <a:p>
            <a:pPr>
              <a:lnSpc>
                <a:spcPct val="112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Double.compare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(f2.getWeight(), f1.getWeight());</a:t>
            </a:r>
            <a:r>
              <a:rPr lang="uk-UA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</a:t>
            </a:r>
            <a:r>
              <a:rPr lang="uk-UA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Спадання ваги</a:t>
            </a:r>
            <a:endParaRPr lang="en-US" sz="900" dirty="0">
              <a:solidFill>
                <a:srgbClr val="A5F3FC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>
              <a:lnSpc>
                <a:spcPct val="112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</a:p>
          <a:p>
            <a:pPr>
              <a:lnSpc>
                <a:spcPct val="112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846320" y="1675192"/>
            <a:ext cx="3931920" cy="1793116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t"/>
          <a:lstStyle/>
          <a:p>
            <a:pPr algn="just"/>
            <a:r>
              <a:rPr lang="uk-UA" sz="1100" b="1" dirty="0">
                <a:solidFill>
                  <a:srgbClr val="0F25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Метод </a:t>
            </a:r>
            <a:r>
              <a:rPr lang="en-US" sz="1100" b="1" dirty="0" err="1">
                <a:solidFill>
                  <a:srgbClr val="0F25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Arrays.sort</a:t>
            </a:r>
            <a:r>
              <a:rPr lang="en-US" sz="1100" b="1" dirty="0">
                <a:solidFill>
                  <a:srgbClr val="0F25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():</a:t>
            </a:r>
            <a:r>
              <a:rPr lang="en-US" sz="1100" dirty="0">
                <a:solidFill>
                  <a:srgbClr val="0F25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uk-UA" sz="1100" dirty="0">
                <a:latin typeface="Arial" panose="020B0604020202020204" pitchFamily="34" charset="0"/>
                <a:cs typeface="Arial" panose="020B0604020202020204" pitchFamily="34" charset="0"/>
              </a:rPr>
              <a:t>Використовується для сортування вбудованих масивів об'єктів.</a:t>
            </a:r>
          </a:p>
          <a:p>
            <a:pPr algn="just"/>
            <a:endParaRPr lang="uk-UA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uk-UA" sz="1100" b="1" dirty="0">
                <a:solidFill>
                  <a:srgbClr val="0F25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Інтерфейс </a:t>
            </a:r>
            <a:r>
              <a:rPr lang="en-US" sz="1100" b="1" dirty="0">
                <a:solidFill>
                  <a:srgbClr val="0F25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Comparator: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uk-UA" sz="1100" dirty="0">
                <a:latin typeface="Arial" panose="020B0604020202020204" pitchFamily="34" charset="0"/>
                <a:cs typeface="Arial" panose="020B0604020202020204" pitchFamily="34" charset="0"/>
              </a:rPr>
              <a:t>Дозволяє </a:t>
            </a:r>
            <a:r>
              <a:rPr lang="uk-UA" sz="1100" dirty="0" err="1">
                <a:latin typeface="Arial" panose="020B0604020202020204" pitchFamily="34" charset="0"/>
                <a:cs typeface="Arial" panose="020B0604020202020204" pitchFamily="34" charset="0"/>
              </a:rPr>
              <a:t>гнучко</a:t>
            </a:r>
            <a:r>
              <a:rPr lang="uk-UA" sz="1100" dirty="0">
                <a:latin typeface="Arial" panose="020B0604020202020204" pitchFamily="34" charset="0"/>
                <a:cs typeface="Arial" panose="020B0604020202020204" pitchFamily="34" charset="0"/>
              </a:rPr>
              <a:t> налаштувати кастомні правила порівняння сутностей.</a:t>
            </a:r>
          </a:p>
          <a:p>
            <a:pPr algn="just"/>
            <a:endParaRPr lang="uk-UA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uk-UA" sz="1100" b="1" dirty="0" err="1">
                <a:solidFill>
                  <a:srgbClr val="0F25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Двохетапна</a:t>
            </a:r>
            <a:r>
              <a:rPr lang="uk-UA" sz="1100" b="1" dirty="0">
                <a:solidFill>
                  <a:srgbClr val="0F25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логіка:</a:t>
            </a:r>
            <a:r>
              <a:rPr lang="uk-UA" sz="1100" dirty="0">
                <a:latin typeface="Arial" panose="020B0604020202020204" pitchFamily="34" charset="0"/>
                <a:cs typeface="Arial" panose="020B0604020202020204" pitchFamily="34" charset="0"/>
              </a:rPr>
              <a:t> Якщо ціни меблів різні - сортуємо за ціною. Якщо ціни однакові (</a:t>
            </a:r>
            <a:r>
              <a:rPr lang="en-US" sz="1100" dirty="0" err="1">
                <a:latin typeface="Arial" panose="020B0604020202020204" pitchFamily="34" charset="0"/>
                <a:cs typeface="Arial" panose="020B0604020202020204" pitchFamily="34" charset="0"/>
              </a:rPr>
              <a:t>priceCompare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 == 0) </a:t>
            </a:r>
            <a:r>
              <a:rPr lang="uk-UA" sz="11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uk-UA" sz="1100" dirty="0">
                <a:latin typeface="Arial" panose="020B0604020202020204" pitchFamily="34" charset="0"/>
                <a:cs typeface="Arial" panose="020B0604020202020204" pitchFamily="34" charset="0"/>
              </a:rPr>
              <a:t>у гру вступає порівняння за вагою у зворотному порядку.</a:t>
            </a:r>
          </a:p>
        </p:txBody>
      </p:sp>
      <p:pic>
        <p:nvPicPr>
          <p:cNvPr id="8" name="Camera 7">
            <a:extLst>
              <a:ext uri="{FF2B5EF4-FFF2-40B4-BE49-F238E27FC236}">
                <a16:creationId xmlns:a16="http://schemas.microsoft.com/office/drawing/2014/main" id="{DE0D759F-95B0-6CCF-4F81-90EEAAB79630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9228" y="3538728"/>
            <a:ext cx="1543050" cy="1543050"/>
          </a:xfrm>
          <a:prstGeom prst="ellipse">
            <a:avLst/>
          </a:prstGeom>
          <a:ln w="19050" cap="rnd">
            <a:solidFill>
              <a:srgbClr val="0F2557"/>
            </a:solidFill>
          </a:ln>
          <a:effectLst/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557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3" name="Text 1"/>
          <p:cNvSpPr/>
          <p:nvPr/>
        </p:nvSpPr>
        <p:spPr>
          <a:xfrm>
            <a:off x="54864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uk-UA" sz="22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Алгоритм пошуку ідентичного об’єкта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82927" y="1817834"/>
            <a:ext cx="4028613" cy="1787728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t"/>
          <a:lstStyle/>
          <a:p>
            <a:pPr algn="just"/>
            <a:r>
              <a:rPr lang="uk-UA" sz="1100" b="1" dirty="0">
                <a:solidFill>
                  <a:srgbClr val="0F25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Глибоке порівняння (</a:t>
            </a:r>
            <a:r>
              <a:rPr lang="en-US" sz="1100" b="1" dirty="0">
                <a:solidFill>
                  <a:srgbClr val="0F25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Deep Comparison):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uk-UA" sz="1100" dirty="0">
                <a:latin typeface="Arial" panose="020B0604020202020204" pitchFamily="34" charset="0"/>
                <a:cs typeface="Arial" panose="020B0604020202020204" pitchFamily="34" charset="0"/>
              </a:rPr>
              <a:t>Аналіз об'єктів не за посиланнями у пам'яті, а за їхнім внутрішнім вмістом.</a:t>
            </a:r>
          </a:p>
          <a:p>
            <a:pPr algn="just"/>
            <a:endParaRPr lang="uk-UA" sz="1100" dirty="0">
              <a:solidFill>
                <a:srgbClr val="0F255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uk-UA" sz="1100" b="1" dirty="0">
                <a:solidFill>
                  <a:srgbClr val="0F25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Метод </a:t>
            </a:r>
            <a:r>
              <a:rPr lang="en-US" sz="1100" b="1" dirty="0">
                <a:solidFill>
                  <a:srgbClr val="0F25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equals():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uk-UA" sz="1100" dirty="0">
                <a:latin typeface="Arial" panose="020B0604020202020204" pitchFamily="34" charset="0"/>
                <a:cs typeface="Arial" panose="020B0604020202020204" pitchFamily="34" charset="0"/>
              </a:rPr>
              <a:t>Використовується для точного порівняння текстових полів (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String).</a:t>
            </a:r>
            <a:endParaRPr lang="uk-UA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uk-UA" sz="1100" b="1" dirty="0">
                <a:solidFill>
                  <a:srgbClr val="0F25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Порівняння чисел з плаваючою комою:</a:t>
            </a:r>
            <a:r>
              <a:rPr lang="uk-UA" sz="1100" dirty="0">
                <a:latin typeface="Arial" panose="020B0604020202020204" pitchFamily="34" charset="0"/>
                <a:cs typeface="Arial" panose="020B0604020202020204" pitchFamily="34" charset="0"/>
              </a:rPr>
              <a:t> Застосування </a:t>
            </a:r>
            <a:r>
              <a:rPr lang="en-US" sz="1100" dirty="0" err="1">
                <a:latin typeface="Arial" panose="020B0604020202020204" pitchFamily="34" charset="0"/>
                <a:cs typeface="Arial" panose="020B0604020202020204" pitchFamily="34" charset="0"/>
              </a:rPr>
              <a:t>Double.compare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() </a:t>
            </a:r>
            <a:r>
              <a:rPr lang="uk-UA" sz="1100" dirty="0">
                <a:latin typeface="Arial" panose="020B0604020202020204" pitchFamily="34" charset="0"/>
                <a:cs typeface="Arial" panose="020B0604020202020204" pitchFamily="34" charset="0"/>
              </a:rPr>
              <a:t>для безпечного аналізу полів 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double.</a:t>
            </a:r>
          </a:p>
        </p:txBody>
      </p:sp>
      <p:sp>
        <p:nvSpPr>
          <p:cNvPr id="10" name="Shape 2">
            <a:extLst>
              <a:ext uri="{FF2B5EF4-FFF2-40B4-BE49-F238E27FC236}">
                <a16:creationId xmlns:a16="http://schemas.microsoft.com/office/drawing/2014/main" id="{F9FDA9D6-78E9-B189-6998-D0473643789C}"/>
              </a:ext>
            </a:extLst>
          </p:cNvPr>
          <p:cNvSpPr/>
          <p:nvPr/>
        </p:nvSpPr>
        <p:spPr>
          <a:xfrm>
            <a:off x="4282861" y="1031674"/>
            <a:ext cx="4689460" cy="3706294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14" name="Shape 3">
            <a:extLst>
              <a:ext uri="{FF2B5EF4-FFF2-40B4-BE49-F238E27FC236}">
                <a16:creationId xmlns:a16="http://schemas.microsoft.com/office/drawing/2014/main" id="{5BC3E357-CE91-DBF5-0CB0-D68D979746C8}"/>
              </a:ext>
            </a:extLst>
          </p:cNvPr>
          <p:cNvSpPr/>
          <p:nvPr/>
        </p:nvSpPr>
        <p:spPr>
          <a:xfrm>
            <a:off x="4282860" y="1031674"/>
            <a:ext cx="4689460" cy="320040"/>
          </a:xfrm>
          <a:prstGeom prst="rect">
            <a:avLst/>
          </a:prstGeom>
          <a:solidFill>
            <a:srgbClr val="151E2D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9BA6B7B0-6448-0180-75E4-7F40CEF5A16A}"/>
              </a:ext>
            </a:extLst>
          </p:cNvPr>
          <p:cNvSpPr/>
          <p:nvPr/>
        </p:nvSpPr>
        <p:spPr>
          <a:xfrm>
            <a:off x="4394373" y="1031674"/>
            <a:ext cx="43412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</a:t>
            </a:r>
            <a:r>
              <a:rPr lang="uk-UA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.java </a:t>
            </a:r>
            <a:endParaRPr lang="en-US" sz="900" dirty="0"/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9FBB970E-B8C0-9218-7FCE-91C02C9303C2}"/>
              </a:ext>
            </a:extLst>
          </p:cNvPr>
          <p:cNvSpPr/>
          <p:nvPr/>
        </p:nvSpPr>
        <p:spPr>
          <a:xfrm>
            <a:off x="4394373" y="1443153"/>
            <a:ext cx="4506627" cy="3042053"/>
          </a:xfrm>
          <a:prstGeom prst="rect">
            <a:avLst/>
          </a:prstGeom>
          <a:noFill/>
          <a:ln/>
        </p:spPr>
        <p:txBody>
          <a:bodyPr wrap="square" lIns="38100" tIns="63500" rIns="63500" bIns="38100" rtlCol="0" anchor="t"/>
          <a:lstStyle/>
          <a:p>
            <a:pPr>
              <a:lnSpc>
                <a:spcPct val="112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static Furniture 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findIdentical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(Furniture[] catalog, Furniture target) {</a:t>
            </a:r>
          </a:p>
          <a:p>
            <a:pPr>
              <a:lnSpc>
                <a:spcPct val="112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(Furniture f : catalog) {</a:t>
            </a:r>
            <a:endParaRPr lang="uk-UA" sz="900" dirty="0">
              <a:solidFill>
                <a:srgbClr val="A5F3FC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>
              <a:lnSpc>
                <a:spcPct val="112000"/>
              </a:lnSpc>
            </a:pPr>
            <a:r>
              <a:rPr lang="uk-UA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f.getName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().equals(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target.getName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 &amp;&amp;</a:t>
            </a:r>
          </a:p>
          <a:p>
            <a:pPr>
              <a:lnSpc>
                <a:spcPct val="112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f.getMaterial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().equals(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target.getMaterial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 &amp;&amp;</a:t>
            </a:r>
          </a:p>
          <a:p>
            <a:pPr>
              <a:lnSpc>
                <a:spcPct val="112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Double.compare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f.getPrice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(), 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target.getPrice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 == 0 &amp;&amp;</a:t>
            </a:r>
          </a:p>
          <a:p>
            <a:pPr>
              <a:lnSpc>
                <a:spcPct val="112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Double.compare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f.getWeight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(), 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target.getWeight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 == 0 &amp;&amp;</a:t>
            </a:r>
          </a:p>
          <a:p>
            <a:pPr>
              <a:lnSpc>
                <a:spcPct val="112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f.getDurabilityYears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== 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target.getDurabilityYears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 {</a:t>
            </a:r>
          </a:p>
          <a:p>
            <a:pPr>
              <a:lnSpc>
                <a:spcPct val="112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f;</a:t>
            </a:r>
            <a:endParaRPr lang="uk-UA" sz="900" dirty="0">
              <a:solidFill>
                <a:srgbClr val="A5F3FC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>
              <a:lnSpc>
                <a:spcPct val="112000"/>
              </a:lnSpc>
            </a:pPr>
            <a:r>
              <a:rPr lang="uk-UA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</a:p>
          <a:p>
            <a:pPr>
              <a:lnSpc>
                <a:spcPct val="112000"/>
              </a:lnSpc>
            </a:pPr>
            <a:r>
              <a:rPr lang="uk-UA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</a:p>
          <a:p>
            <a:pPr>
              <a:lnSpc>
                <a:spcPct val="112000"/>
              </a:lnSpc>
            </a:pPr>
            <a:r>
              <a:rPr lang="uk-UA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null;</a:t>
            </a:r>
            <a:endParaRPr lang="uk-UA" sz="900" dirty="0">
              <a:solidFill>
                <a:srgbClr val="A5F3FC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>
              <a:lnSpc>
                <a:spcPct val="112000"/>
              </a:lnSpc>
            </a:pPr>
            <a:r>
              <a:rPr lang="uk-UA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pic>
        <p:nvPicPr>
          <p:cNvPr id="17" name="Camera 16">
            <a:extLst>
              <a:ext uri="{FF2B5EF4-FFF2-40B4-BE49-F238E27FC236}">
                <a16:creationId xmlns:a16="http://schemas.microsoft.com/office/drawing/2014/main" id="{9AA13CC4-CA39-EB06-241F-798E5ED84E38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511" y="3566529"/>
            <a:ext cx="1479395" cy="1479395"/>
          </a:xfrm>
          <a:prstGeom prst="ellipse">
            <a:avLst/>
          </a:prstGeom>
          <a:ln w="19050" cap="rnd">
            <a:solidFill>
              <a:srgbClr val="0F2557"/>
            </a:solidFill>
          </a:ln>
          <a:effectLst/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557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3" name="Text 1"/>
          <p:cNvSpPr/>
          <p:nvPr/>
        </p:nvSpPr>
        <p:spPr>
          <a:xfrm>
            <a:off x="54864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uk-UA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Виведення результатів обробки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646026"/>
            <a:ext cx="2560320" cy="188046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5" name="Shape 3"/>
          <p:cNvSpPr/>
          <p:nvPr/>
        </p:nvSpPr>
        <p:spPr>
          <a:xfrm>
            <a:off x="457200" y="646026"/>
            <a:ext cx="256032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6" name="Text 4"/>
          <p:cNvSpPr/>
          <p:nvPr/>
        </p:nvSpPr>
        <p:spPr>
          <a:xfrm>
            <a:off x="594360" y="828906"/>
            <a:ext cx="320040" cy="320040"/>
          </a:xfrm>
          <a:prstGeom prst="ellipse">
            <a:avLst/>
          </a:prstGeom>
          <a:solidFill>
            <a:srgbClr val="00B4D8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82890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uk-UA" sz="1200" b="1" dirty="0">
                <a:solidFill>
                  <a:srgbClr val="0F2557"/>
                </a:solidFill>
                <a:latin typeface="Arial" pitchFamily="34" charset="0"/>
                <a:cs typeface="Arial" pitchFamily="34" charset="-120"/>
              </a:rPr>
              <a:t>Анотація </a:t>
            </a:r>
            <a:r>
              <a:rPr lang="en-US" sz="1200" b="1" dirty="0">
                <a:solidFill>
                  <a:srgbClr val="0F2557"/>
                </a:solidFill>
                <a:latin typeface="Arial" pitchFamily="34" charset="0"/>
                <a:cs typeface="Arial" pitchFamily="34" charset="-120"/>
              </a:rPr>
              <a:t>@Override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240386"/>
            <a:ext cx="2286000" cy="109728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t"/>
          <a:lstStyle/>
          <a:p>
            <a:pPr algn="just">
              <a:lnSpc>
                <a:spcPct val="120000"/>
              </a:lnSpc>
            </a:pPr>
            <a:r>
              <a:rPr lang="ru-RU" sz="1000" dirty="0" err="1">
                <a:latin typeface="Arial" panose="020B0604020202020204" pitchFamily="34" charset="0"/>
                <a:cs typeface="Arial" panose="020B0604020202020204" pitchFamily="34" charset="0"/>
              </a:rPr>
              <a:t>Вказує</a:t>
            </a:r>
            <a:r>
              <a:rPr lang="ru-RU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000" dirty="0" err="1">
                <a:latin typeface="Arial" panose="020B0604020202020204" pitchFamily="34" charset="0"/>
                <a:cs typeface="Arial" panose="020B0604020202020204" pitchFamily="34" charset="0"/>
              </a:rPr>
              <a:t>компілятору</a:t>
            </a:r>
            <a:r>
              <a:rPr lang="ru-RU" sz="1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sz="1000" dirty="0" err="1">
                <a:latin typeface="Arial" panose="020B0604020202020204" pitchFamily="34" charset="0"/>
                <a:cs typeface="Arial" panose="020B0604020202020204" pitchFamily="34" charset="0"/>
              </a:rPr>
              <a:t>що</a:t>
            </a:r>
            <a:r>
              <a:rPr lang="ru-RU" sz="1000" dirty="0">
                <a:latin typeface="Arial" panose="020B0604020202020204" pitchFamily="34" charset="0"/>
                <a:cs typeface="Arial" panose="020B0604020202020204" pitchFamily="34" charset="0"/>
              </a:rPr>
              <a:t> ми </a:t>
            </a:r>
            <a:r>
              <a:rPr lang="ru-RU" sz="1000" dirty="0" err="1">
                <a:latin typeface="Arial" panose="020B0604020202020204" pitchFamily="34" charset="0"/>
                <a:cs typeface="Arial" panose="020B0604020202020204" pitchFamily="34" charset="0"/>
              </a:rPr>
              <a:t>замінюємо</a:t>
            </a:r>
            <a:r>
              <a:rPr lang="ru-RU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000" dirty="0" err="1">
                <a:latin typeface="Arial" panose="020B0604020202020204" pitchFamily="34" charset="0"/>
                <a:cs typeface="Arial" panose="020B0604020202020204" pitchFamily="34" charset="0"/>
              </a:rPr>
              <a:t>стандартний</a:t>
            </a:r>
            <a:r>
              <a:rPr lang="ru-RU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000" dirty="0" err="1">
                <a:latin typeface="Arial" panose="020B0604020202020204" pitchFamily="34" charset="0"/>
                <a:cs typeface="Arial" panose="020B0604020202020204" pitchFamily="34" charset="0"/>
              </a:rPr>
              <a:t>системний</a:t>
            </a:r>
            <a:r>
              <a:rPr lang="ru-RU" sz="1000" dirty="0">
                <a:latin typeface="Arial" panose="020B0604020202020204" pitchFamily="34" charset="0"/>
                <a:cs typeface="Arial" panose="020B0604020202020204" pitchFamily="34" charset="0"/>
              </a:rPr>
              <a:t> метод </a:t>
            </a:r>
            <a:r>
              <a:rPr lang="ru-RU" sz="1000" dirty="0" err="1">
                <a:latin typeface="Arial" panose="020B0604020202020204" pitchFamily="34" charset="0"/>
                <a:cs typeface="Arial" panose="020B0604020202020204" pitchFamily="34" charset="0"/>
              </a:rPr>
              <a:t>класу</a:t>
            </a:r>
            <a:r>
              <a:rPr lang="ru-RU" sz="1000" dirty="0">
                <a:latin typeface="Arial" panose="020B0604020202020204" pitchFamily="34" charset="0"/>
                <a:cs typeface="Arial" panose="020B0604020202020204" pitchFamily="34" charset="0"/>
              </a:rPr>
              <a:t> Object </a:t>
            </a:r>
            <a:r>
              <a:rPr lang="ru-RU" sz="1000" dirty="0" err="1">
                <a:latin typeface="Arial" panose="020B0604020202020204" pitchFamily="34" charset="0"/>
                <a:cs typeface="Arial" panose="020B0604020202020204" pitchFamily="34" charset="0"/>
              </a:rPr>
              <a:t>своїм</a:t>
            </a:r>
            <a:r>
              <a:rPr lang="ru-RU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000" dirty="0" err="1">
                <a:latin typeface="Arial" panose="020B0604020202020204" pitchFamily="34" charset="0"/>
                <a:cs typeface="Arial" panose="020B0604020202020204" pitchFamily="34" charset="0"/>
              </a:rPr>
              <a:t>власним</a:t>
            </a:r>
            <a:r>
              <a:rPr lang="ru-RU" sz="1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291840" y="646025"/>
            <a:ext cx="2560320" cy="1880461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10" name="Shape 8"/>
          <p:cNvSpPr/>
          <p:nvPr/>
        </p:nvSpPr>
        <p:spPr>
          <a:xfrm>
            <a:off x="3291840" y="646026"/>
            <a:ext cx="2560320" cy="5486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11" name="Text 9"/>
          <p:cNvSpPr/>
          <p:nvPr/>
        </p:nvSpPr>
        <p:spPr>
          <a:xfrm>
            <a:off x="3429000" y="828906"/>
            <a:ext cx="320040" cy="320040"/>
          </a:xfrm>
          <a:prstGeom prst="ellipse">
            <a:avLst/>
          </a:prstGeom>
          <a:solidFill>
            <a:srgbClr val="0EA5E9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840480" y="828906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uk-UA" sz="1200" b="1" dirty="0">
                <a:solidFill>
                  <a:srgbClr val="0F2557"/>
                </a:solidFill>
                <a:latin typeface="Arial" pitchFamily="34" charset="0"/>
                <a:cs typeface="Arial" pitchFamily="34" charset="-120"/>
              </a:rPr>
              <a:t>Метод </a:t>
            </a:r>
            <a:r>
              <a:rPr lang="en-US" sz="1200" b="1" dirty="0" err="1">
                <a:solidFill>
                  <a:srgbClr val="0F2557"/>
                </a:solidFill>
                <a:latin typeface="Arial" pitchFamily="34" charset="0"/>
                <a:cs typeface="Arial" pitchFamily="34" charset="-120"/>
              </a:rPr>
              <a:t>String.format</a:t>
            </a:r>
            <a:r>
              <a:rPr lang="en-US" sz="1200" b="1" dirty="0">
                <a:solidFill>
                  <a:srgbClr val="0F2557"/>
                </a:solidFill>
                <a:latin typeface="Arial" pitchFamily="34" charset="0"/>
                <a:cs typeface="Arial" pitchFamily="34" charset="-120"/>
              </a:rPr>
              <a:t>()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29000" y="1240386"/>
            <a:ext cx="2286000" cy="868679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t"/>
          <a:lstStyle/>
          <a:p>
            <a:pPr algn="just">
              <a:lnSpc>
                <a:spcPct val="120000"/>
              </a:lnSpc>
            </a:pPr>
            <a:r>
              <a:rPr lang="ru-RU" sz="1000" dirty="0" err="1"/>
              <a:t>Дозволяє</a:t>
            </a:r>
            <a:r>
              <a:rPr lang="ru-RU" sz="1000" dirty="0"/>
              <a:t> </a:t>
            </a:r>
            <a:r>
              <a:rPr lang="ru-RU" sz="1000" dirty="0" err="1"/>
              <a:t>зібрати</a:t>
            </a:r>
            <a:r>
              <a:rPr lang="ru-RU" sz="1000" dirty="0"/>
              <a:t> </a:t>
            </a:r>
            <a:r>
              <a:rPr lang="ru-RU" sz="1000" dirty="0" err="1"/>
              <a:t>всі</a:t>
            </a:r>
            <a:r>
              <a:rPr lang="ru-RU" sz="1000" dirty="0"/>
              <a:t> </a:t>
            </a:r>
            <a:r>
              <a:rPr lang="ru-RU" sz="1000" dirty="0" err="1"/>
              <a:t>приховані</a:t>
            </a:r>
            <a:r>
              <a:rPr lang="ru-RU" sz="1000" dirty="0"/>
              <a:t> характеристики </a:t>
            </a:r>
            <a:r>
              <a:rPr lang="ru-RU" sz="1000" dirty="0" err="1"/>
              <a:t>об'єкта</a:t>
            </a:r>
            <a:r>
              <a:rPr lang="ru-RU" sz="1000" dirty="0"/>
              <a:t> в один </a:t>
            </a:r>
            <a:r>
              <a:rPr lang="ru-RU" sz="1000" dirty="0" err="1"/>
              <a:t>красивий</a:t>
            </a:r>
            <a:r>
              <a:rPr lang="ru-RU" sz="1000" dirty="0"/>
              <a:t> рядок.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126480" y="646026"/>
            <a:ext cx="2560320" cy="18804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15" name="Shape 13"/>
          <p:cNvSpPr/>
          <p:nvPr/>
        </p:nvSpPr>
        <p:spPr>
          <a:xfrm>
            <a:off x="6126480" y="646026"/>
            <a:ext cx="2560320" cy="54864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16" name="Text 14"/>
          <p:cNvSpPr/>
          <p:nvPr/>
        </p:nvSpPr>
        <p:spPr>
          <a:xfrm>
            <a:off x="6263640" y="828906"/>
            <a:ext cx="320040" cy="320040"/>
          </a:xfrm>
          <a:prstGeom prst="ellipse">
            <a:avLst/>
          </a:prstGeom>
          <a:solidFill>
            <a:srgbClr val="0284C7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675120" y="82890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uk-UA" sz="1200" b="1" dirty="0">
                <a:solidFill>
                  <a:srgbClr val="0F2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Призначення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63640" y="1240386"/>
            <a:ext cx="2286000" cy="109728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t"/>
          <a:lstStyle/>
          <a:p>
            <a:pPr algn="just">
              <a:lnSpc>
                <a:spcPct val="120000"/>
              </a:lnSpc>
            </a:pPr>
            <a:r>
              <a:rPr lang="uk-UA" sz="1000" dirty="0">
                <a:latin typeface="Arial" panose="020B0604020202020204" pitchFamily="34" charset="0"/>
                <a:cs typeface="Arial" panose="020B0604020202020204" pitchFamily="34" charset="0"/>
              </a:rPr>
              <a:t>Забезпечує зручний та наочний вивід масиву меблів у консоль при виклику </a:t>
            </a:r>
            <a:r>
              <a:rPr lang="en-US" sz="1000" dirty="0" err="1">
                <a:latin typeface="Arial" panose="020B0604020202020204" pitchFamily="34" charset="0"/>
                <a:cs typeface="Arial" panose="020B0604020202020204" pitchFamily="34" charset="0"/>
              </a:rPr>
              <a:t>System.out.println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().</a:t>
            </a:r>
          </a:p>
        </p:txBody>
      </p:sp>
      <p:sp>
        <p:nvSpPr>
          <p:cNvPr id="19" name="Shape 17"/>
          <p:cNvSpPr/>
          <p:nvPr/>
        </p:nvSpPr>
        <p:spPr>
          <a:xfrm>
            <a:off x="457200" y="2526489"/>
            <a:ext cx="8229600" cy="2159809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20" name="Shape 18"/>
          <p:cNvSpPr/>
          <p:nvPr/>
        </p:nvSpPr>
        <p:spPr>
          <a:xfrm>
            <a:off x="457200" y="2526490"/>
            <a:ext cx="8229600" cy="274320"/>
          </a:xfrm>
          <a:prstGeom prst="rect">
            <a:avLst/>
          </a:prstGeom>
          <a:solidFill>
            <a:srgbClr val="151E2D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21" name="Text 19"/>
          <p:cNvSpPr/>
          <p:nvPr/>
        </p:nvSpPr>
        <p:spPr>
          <a:xfrm>
            <a:off x="640080" y="252649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</a:t>
            </a:r>
            <a:r>
              <a:rPr lang="uk-UA" sz="90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r>
              <a:rPr lang="en-US" sz="90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" y="2846530"/>
            <a:ext cx="7863840" cy="1839768"/>
          </a:xfrm>
          <a:prstGeom prst="rect">
            <a:avLst/>
          </a:prstGeom>
          <a:noFill/>
          <a:ln/>
        </p:spPr>
        <p:txBody>
          <a:bodyPr wrap="square" lIns="38100" tIns="63500" rIns="63500" bIns="38100" rtlCol="0" anchor="t"/>
          <a:lstStyle/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@Override</a:t>
            </a:r>
          </a:p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String </a:t>
            </a:r>
            <a:r>
              <a:rPr lang="en-US" sz="10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toString</a:t>
            </a: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</a:p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</a:t>
            </a:r>
            <a:r>
              <a:rPr lang="en-US" sz="10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String.format</a:t>
            </a: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("Furniture{name='%s', material='%s', price=%.2f, weight=%.1f, durability=%d years}",</a:t>
            </a:r>
          </a:p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name, material, price, weight, </a:t>
            </a:r>
            <a:r>
              <a:rPr lang="en-US" sz="10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durabilityYears</a:t>
            </a: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</a:p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pic>
        <p:nvPicPr>
          <p:cNvPr id="23" name="Camera 22">
            <a:extLst>
              <a:ext uri="{FF2B5EF4-FFF2-40B4-BE49-F238E27FC236}">
                <a16:creationId xmlns:a16="http://schemas.microsoft.com/office/drawing/2014/main" id="{2DE383BA-C3DA-9AAF-A513-F3E565DB61B2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9228" y="3538728"/>
            <a:ext cx="1543050" cy="1543050"/>
          </a:xfrm>
          <a:prstGeom prst="ellipse">
            <a:avLst/>
          </a:prstGeom>
          <a:ln w="19050" cap="rnd">
            <a:solidFill>
              <a:srgbClr val="0F2557"/>
            </a:solidFill>
          </a:ln>
          <a:effectLst/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557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3" name="Text 1"/>
          <p:cNvSpPr/>
          <p:nvPr/>
        </p:nvSpPr>
        <p:spPr>
          <a:xfrm>
            <a:off x="54864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Демонстрація роботи програми та висновки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F2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Набуті навички: </a:t>
            </a:r>
            <a:r>
              <a:rPr lang="uk-UA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опановано принципи побудови користувацьких класів, механізми інкапсуляції та </a:t>
            </a:r>
            <a:r>
              <a:rPr lang="uk-UA" sz="1200" dirty="0" err="1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перевизначення</a:t>
            </a:r>
            <a:r>
              <a:rPr lang="uk-UA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методів, практично реалізовано алгоритми багаторівневої специфічної фільтрації та сортування за допомогою </a:t>
            </a: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Comparator</a:t>
            </a:r>
            <a:r>
              <a:rPr lang="uk-UA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створено повноцінну об’єктну модель реальної сутності «Меблі» згідно з варіантом №7.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925444"/>
            <a:ext cx="7680960" cy="2829436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  <a:prstDash val="dash"/>
          </a:ln>
        </p:spPr>
        <p:txBody>
          <a:bodyPr/>
          <a:lstStyle/>
          <a:p>
            <a:endParaRPr lang="uk-UA"/>
          </a:p>
        </p:txBody>
      </p:sp>
      <p:sp>
        <p:nvSpPr>
          <p:cNvPr id="6" name="Shape 4"/>
          <p:cNvSpPr/>
          <p:nvPr/>
        </p:nvSpPr>
        <p:spPr>
          <a:xfrm>
            <a:off x="4023360" y="2651760"/>
            <a:ext cx="1097280" cy="1097280"/>
          </a:xfrm>
          <a:prstGeom prst="ellipse">
            <a:avLst/>
          </a:prstGeom>
          <a:solidFill>
            <a:srgbClr val="0F2557">
              <a:alpha val="85000"/>
            </a:srgbClr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7" name="Text 5"/>
          <p:cNvSpPr/>
          <p:nvPr/>
        </p:nvSpPr>
        <p:spPr>
          <a:xfrm>
            <a:off x="4023360" y="26517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371600" y="39319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 MP4 VIDEO DEMO HERE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71600" y="42519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Вставте відео-демонстрацію виконання програми з консольним виводом результату</a:t>
            </a:r>
            <a:endParaRPr lang="en-US" sz="1000" dirty="0"/>
          </a:p>
        </p:txBody>
      </p:sp>
      <p:pic>
        <p:nvPicPr>
          <p:cNvPr id="10" name="Camera 9">
            <a:extLst>
              <a:ext uri="{FF2B5EF4-FFF2-40B4-BE49-F238E27FC236}">
                <a16:creationId xmlns:a16="http://schemas.microsoft.com/office/drawing/2014/main" id="{C762673D-4947-16E8-C6EA-DC681815D754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9228" y="3538728"/>
            <a:ext cx="1543050" cy="1543050"/>
          </a:xfrm>
          <a:prstGeom prst="ellipse">
            <a:avLst/>
          </a:prstGeom>
          <a:ln w="19050" cap="rnd">
            <a:solidFill>
              <a:srgbClr val="0F2557"/>
            </a:solidFill>
          </a:ln>
          <a:effectLst/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</TotalTime>
  <Words>775</Words>
  <Application>Microsoft Office PowerPoint</Application>
  <PresentationFormat>On-screen Show (16:9)</PresentationFormat>
  <Paragraphs>113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Consolas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Ірина Огій</dc:creator>
  <cp:lastModifiedBy>Ірина Огій</cp:lastModifiedBy>
  <cp:revision>1</cp:revision>
  <dcterms:created xsi:type="dcterms:W3CDTF">2026-05-21T18:56:29Z</dcterms:created>
  <dcterms:modified xsi:type="dcterms:W3CDTF">2026-05-22T16:51:28Z</dcterms:modified>
</cp:coreProperties>
</file>
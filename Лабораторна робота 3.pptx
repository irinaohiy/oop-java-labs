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2557"/>
    <a:srgbClr val="3341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2A8FB2-22F3-4B75-A490-893501F1415D}" v="20" dt="2026-05-21T19:31:01.788"/>
    <p1510:client id="{D82B0C93-220D-4D33-94B3-BBE678A568B8}" v="20" dt="2026-05-22T12:54:28.074"/>
    <p1510:client id="{FD46B6EE-A01C-4F34-818D-EED0A21BECAB}" v="26" dt="2026-05-21T20:36:45.9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0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Ірина Огій" userId="f6a618ddc3b978aa" providerId="LiveId" clId="{629983A2-27F5-41FC-A51D-744050E8C04A}"/>
    <pc:docChg chg="undo custSel modSld sldOrd">
      <pc:chgData name="Ірина Огій" userId="f6a618ddc3b978aa" providerId="LiveId" clId="{629983A2-27F5-41FC-A51D-744050E8C04A}" dt="2026-05-22T16:41:25.996" v="3025" actId="123"/>
      <pc:docMkLst>
        <pc:docMk/>
      </pc:docMkLst>
      <pc:sldChg chg="addSp modSp mod modTransition">
        <pc:chgData name="Ірина Огій" userId="f6a618ddc3b978aa" providerId="LiveId" clId="{629983A2-27F5-41FC-A51D-744050E8C04A}" dt="2026-05-21T20:42:16.529" v="1742" actId="20577"/>
        <pc:sldMkLst>
          <pc:docMk/>
          <pc:sldMk cId="0" sldId="256"/>
        </pc:sldMkLst>
        <pc:spChg chg="mod">
          <ac:chgData name="Ірина Огій" userId="f6a618ddc3b978aa" providerId="LiveId" clId="{629983A2-27F5-41FC-A51D-744050E8C04A}" dt="2026-05-21T20:42:16.529" v="1742" actId="20577"/>
          <ac:spMkLst>
            <pc:docMk/>
            <pc:sldMk cId="0" sldId="256"/>
            <ac:spMk id="4" creationId="{00000000-0000-0000-0000-000000000000}"/>
          </ac:spMkLst>
        </pc:spChg>
        <pc:picChg chg="add mod">
          <ac:chgData name="Ірина Огій" userId="f6a618ddc3b978aa" providerId="LiveId" clId="{629983A2-27F5-41FC-A51D-744050E8C04A}" dt="2026-05-21T20:33:25.873" v="1697" actId="208"/>
          <ac:picMkLst>
            <pc:docMk/>
            <pc:sldMk cId="0" sldId="256"/>
            <ac:picMk id="9" creationId="{B8DE2AA4-F724-153A-1D74-03462479DBCE}"/>
          </ac:picMkLst>
        </pc:picChg>
      </pc:sldChg>
      <pc:sldChg chg="addSp delSp modSp mod modTransition">
        <pc:chgData name="Ірина Огій" userId="f6a618ddc3b978aa" providerId="LiveId" clId="{629983A2-27F5-41FC-A51D-744050E8C04A}" dt="2026-05-22T16:39:11.953" v="3009" actId="123"/>
        <pc:sldMkLst>
          <pc:docMk/>
          <pc:sldMk cId="0" sldId="257"/>
        </pc:sldMkLst>
        <pc:spChg chg="mod">
          <ac:chgData name="Ірина Огій" userId="f6a618ddc3b978aa" providerId="LiveId" clId="{629983A2-27F5-41FC-A51D-744050E8C04A}" dt="2026-05-21T20:05:50.100" v="656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20:44:32.815" v="1778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2:45:06.236" v="2533" actId="20577"/>
          <ac:spMkLst>
            <pc:docMk/>
            <pc:sldMk cId="0" sldId="257"/>
            <ac:spMk id="9" creationId="{00000000-0000-0000-0000-000000000000}"/>
          </ac:spMkLst>
        </pc:spChg>
        <pc:spChg chg="add mod">
          <ac:chgData name="Ірина Огій" userId="f6a618ddc3b978aa" providerId="LiveId" clId="{629983A2-27F5-41FC-A51D-744050E8C04A}" dt="2026-05-22T16:39:11.953" v="3009" actId="123"/>
          <ac:spMkLst>
            <pc:docMk/>
            <pc:sldMk cId="0" sldId="257"/>
            <ac:spMk id="11" creationId="{61994C63-0DD5-9FD4-7272-18D01A61052E}"/>
          </ac:spMkLst>
        </pc:spChg>
        <pc:graphicFrameChg chg="mod modGraphic">
          <ac:chgData name="Ірина Огій" userId="f6a618ddc3b978aa" providerId="LiveId" clId="{629983A2-27F5-41FC-A51D-744050E8C04A}" dt="2026-05-22T12:44:57.263" v="2513" actId="20577"/>
          <ac:graphicFrameMkLst>
            <pc:docMk/>
            <pc:sldMk cId="0" sldId="257"/>
            <ac:graphicFrameMk id="4" creationId="{00000000-0000-0000-0000-000000000000}"/>
          </ac:graphicFrameMkLst>
        </pc:graphicFrameChg>
        <pc:picChg chg="add del mod">
          <ac:chgData name="Ірина Огій" userId="f6a618ddc3b978aa" providerId="LiveId" clId="{629983A2-27F5-41FC-A51D-744050E8C04A}" dt="2026-05-21T20:06:17.155" v="705" actId="21"/>
          <ac:picMkLst>
            <pc:docMk/>
            <pc:sldMk cId="0" sldId="257"/>
            <ac:picMk id="10" creationId="{0825EA6C-F2CA-1B87-49E7-8B3137596670}"/>
          </ac:picMkLst>
        </pc:picChg>
        <pc:picChg chg="add mod">
          <ac:chgData name="Ірина Огій" userId="f6a618ddc3b978aa" providerId="LiveId" clId="{629983A2-27F5-41FC-A51D-744050E8C04A}" dt="2026-05-21T20:33:38.453" v="1699" actId="208"/>
          <ac:picMkLst>
            <pc:docMk/>
            <pc:sldMk cId="0" sldId="257"/>
            <ac:picMk id="12" creationId="{9C9CBF23-E5FF-391A-48BD-2829C8D1E3AE}"/>
          </ac:picMkLst>
        </pc:picChg>
        <pc:picChg chg="add mod">
          <ac:chgData name="Ірина Огій" userId="f6a618ddc3b978aa" providerId="LiveId" clId="{629983A2-27F5-41FC-A51D-744050E8C04A}" dt="2026-05-21T20:33:50.507" v="1702" actId="208"/>
          <ac:picMkLst>
            <pc:docMk/>
            <pc:sldMk cId="0" sldId="257"/>
            <ac:picMk id="13" creationId="{A57F5716-3534-97D0-69A5-7E0E0C473773}"/>
          </ac:picMkLst>
        </pc:picChg>
      </pc:sldChg>
      <pc:sldChg chg="addSp delSp modSp mod modTransition">
        <pc:chgData name="Ірина Огій" userId="f6a618ddc3b978aa" providerId="LiveId" clId="{629983A2-27F5-41FC-A51D-744050E8C04A}" dt="2026-05-22T16:39:48.676" v="3014" actId="14100"/>
        <pc:sldMkLst>
          <pc:docMk/>
          <pc:sldMk cId="0" sldId="258"/>
        </pc:sldMkLst>
        <pc:spChg chg="mod">
          <ac:chgData name="Ірина Огій" userId="f6a618ddc3b978aa" providerId="LiveId" clId="{629983A2-27F5-41FC-A51D-744050E8C04A}" dt="2026-05-21T20:47:38.153" v="1974" actId="20577"/>
          <ac:spMkLst>
            <pc:docMk/>
            <pc:sldMk cId="0" sldId="258"/>
            <ac:spMk id="3" creationId="{00000000-0000-0000-0000-000000000000}"/>
          </ac:spMkLst>
        </pc:spChg>
        <pc:spChg chg="del mod">
          <ac:chgData name="Ірина Огій" userId="f6a618ddc3b978aa" providerId="LiveId" clId="{629983A2-27F5-41FC-A51D-744050E8C04A}" dt="2026-05-21T19:19:55.609" v="219" actId="21"/>
          <ac:spMkLst>
            <pc:docMk/>
            <pc:sldMk cId="0" sldId="258"/>
            <ac:spMk id="4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6:39:45.234" v="3013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6:39:36.954" v="3011" actId="14100"/>
          <ac:spMkLst>
            <pc:docMk/>
            <pc:sldMk cId="0" sldId="258"/>
            <ac:spMk id="6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6:39:36.954" v="3011" actId="14100"/>
          <ac:spMkLst>
            <pc:docMk/>
            <pc:sldMk cId="0" sldId="258"/>
            <ac:spMk id="7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6:39:36.954" v="3011" actId="14100"/>
          <ac:spMkLst>
            <pc:docMk/>
            <pc:sldMk cId="0" sldId="258"/>
            <ac:spMk id="8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6:39:36.954" v="3011" actId="14100"/>
          <ac:spMkLst>
            <pc:docMk/>
            <pc:sldMk cId="0" sldId="258"/>
            <ac:spMk id="9" creationId="{00000000-0000-0000-0000-000000000000}"/>
          </ac:spMkLst>
        </pc:spChg>
        <pc:picChg chg="add mod">
          <ac:chgData name="Ірина Огій" userId="f6a618ddc3b978aa" providerId="LiveId" clId="{629983A2-27F5-41FC-A51D-744050E8C04A}" dt="2026-05-22T16:39:48.676" v="3014" actId="14100"/>
          <ac:picMkLst>
            <pc:docMk/>
            <pc:sldMk cId="0" sldId="258"/>
            <ac:picMk id="4" creationId="{49847BB2-B4E6-16C5-B7E2-73345823163D}"/>
          </ac:picMkLst>
        </pc:picChg>
      </pc:sldChg>
      <pc:sldChg chg="addSp delSp modSp mod modTransition">
        <pc:chgData name="Ірина Огій" userId="f6a618ddc3b978aa" providerId="LiveId" clId="{629983A2-27F5-41FC-A51D-744050E8C04A}" dt="2026-05-22T16:40:15.465" v="3018" actId="1076"/>
        <pc:sldMkLst>
          <pc:docMk/>
          <pc:sldMk cId="0" sldId="259"/>
        </pc:sldMkLst>
        <pc:spChg chg="mod">
          <ac:chgData name="Ірина Огій" userId="f6a618ddc3b978aa" providerId="LiveId" clId="{629983A2-27F5-41FC-A51D-744050E8C04A}" dt="2026-05-21T20:49:19.478" v="2012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6:40:04.820" v="3016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6:40:04.820" v="3016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6:40:04.820" v="3016" actId="1076"/>
          <ac:spMkLst>
            <pc:docMk/>
            <pc:sldMk cId="0" sldId="259"/>
            <ac:spMk id="6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6:40:04.820" v="3016" actId="1076"/>
          <ac:spMkLst>
            <pc:docMk/>
            <pc:sldMk cId="0" sldId="259"/>
            <ac:spMk id="7" creationId="{00000000-0000-0000-0000-000000000000}"/>
          </ac:spMkLst>
        </pc:spChg>
        <pc:spChg chg="del">
          <ac:chgData name="Ірина Огій" userId="f6a618ddc3b978aa" providerId="LiveId" clId="{629983A2-27F5-41FC-A51D-744050E8C04A}" dt="2026-05-21T19:25:19.692" v="263" actId="21"/>
          <ac:spMkLst>
            <pc:docMk/>
            <pc:sldMk cId="0" sldId="259"/>
            <ac:spMk id="8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6:40:15.465" v="3018" actId="1076"/>
          <ac:spMkLst>
            <pc:docMk/>
            <pc:sldMk cId="0" sldId="259"/>
            <ac:spMk id="9" creationId="{00000000-0000-0000-0000-000000000000}"/>
          </ac:spMkLst>
        </pc:spChg>
        <pc:picChg chg="add mod">
          <ac:chgData name="Ірина Огій" userId="f6a618ddc3b978aa" providerId="LiveId" clId="{629983A2-27F5-41FC-A51D-744050E8C04A}" dt="2026-05-21T20:34:21.938" v="1710" actId="208"/>
          <ac:picMkLst>
            <pc:docMk/>
            <pc:sldMk cId="0" sldId="259"/>
            <ac:picMk id="8" creationId="{DE0D759F-95B0-6CCF-4F81-90EEAAB79630}"/>
          </ac:picMkLst>
        </pc:picChg>
      </pc:sldChg>
      <pc:sldChg chg="addSp modSp mod ord modTransition">
        <pc:chgData name="Ірина Огій" userId="f6a618ddc3b978aa" providerId="LiveId" clId="{629983A2-27F5-41FC-A51D-744050E8C04A}" dt="2026-05-22T13:02:05.929" v="3007" actId="20577"/>
        <pc:sldMkLst>
          <pc:docMk/>
          <pc:sldMk cId="0" sldId="260"/>
        </pc:sldMkLst>
        <pc:spChg chg="mod">
          <ac:chgData name="Ірина Огій" userId="f6a618ddc3b978aa" providerId="LiveId" clId="{629983A2-27F5-41FC-A51D-744050E8C04A}" dt="2026-05-21T20:53:54.537" v="2127" actId="20577"/>
          <ac:spMkLst>
            <pc:docMk/>
            <pc:sldMk cId="0" sldId="260"/>
            <ac:spMk id="3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20:27:10.943" v="1353" actId="14100"/>
          <ac:spMkLst>
            <pc:docMk/>
            <pc:sldMk cId="0" sldId="260"/>
            <ac:spMk id="4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19:08:57.465" v="158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19:08:57.465" v="158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20:54:20.199" v="2144" actId="20577"/>
          <ac:spMkLst>
            <pc:docMk/>
            <pc:sldMk cId="0" sldId="260"/>
            <ac:spMk id="7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20:54:29.783" v="2147" actId="255"/>
          <ac:spMkLst>
            <pc:docMk/>
            <pc:sldMk cId="0" sldId="260"/>
            <ac:spMk id="8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20:27:15.253" v="1354" actId="14100"/>
          <ac:spMkLst>
            <pc:docMk/>
            <pc:sldMk cId="0" sldId="260"/>
            <ac:spMk id="9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19:08:57.465" v="158" actId="107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20:54:48.299" v="2161" actId="20577"/>
          <ac:spMkLst>
            <pc:docMk/>
            <pc:sldMk cId="0" sldId="260"/>
            <ac:spMk id="12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20:54:50.799" v="2162"/>
          <ac:spMkLst>
            <pc:docMk/>
            <pc:sldMk cId="0" sldId="260"/>
            <ac:spMk id="13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20:27:19.657" v="1355" actId="14100"/>
          <ac:spMkLst>
            <pc:docMk/>
            <pc:sldMk cId="0" sldId="260"/>
            <ac:spMk id="14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19:08:57.465" v="158" actId="107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19:08:57.465" v="158" actId="107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20:55:10.653" v="2180" actId="20577"/>
          <ac:spMkLst>
            <pc:docMk/>
            <pc:sldMk cId="0" sldId="260"/>
            <ac:spMk id="17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20:55:13.096" v="2181"/>
          <ac:spMkLst>
            <pc:docMk/>
            <pc:sldMk cId="0" sldId="260"/>
            <ac:spMk id="18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20:26:52.417" v="1316" actId="1076"/>
          <ac:spMkLst>
            <pc:docMk/>
            <pc:sldMk cId="0" sldId="260"/>
            <ac:spMk id="19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20:26:52.417" v="1316" actId="1076"/>
          <ac:spMkLst>
            <pc:docMk/>
            <pc:sldMk cId="0" sldId="260"/>
            <ac:spMk id="20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3:02:05.929" v="3007" actId="20577"/>
          <ac:spMkLst>
            <pc:docMk/>
            <pc:sldMk cId="0" sldId="260"/>
            <ac:spMk id="21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3:02:02.671" v="3005" actId="1076"/>
          <ac:spMkLst>
            <pc:docMk/>
            <pc:sldMk cId="0" sldId="260"/>
            <ac:spMk id="22" creationId="{00000000-0000-0000-0000-000000000000}"/>
          </ac:spMkLst>
        </pc:spChg>
        <pc:picChg chg="add mod">
          <ac:chgData name="Ірина Огій" userId="f6a618ddc3b978aa" providerId="LiveId" clId="{629983A2-27F5-41FC-A51D-744050E8C04A}" dt="2026-05-21T20:34:54.395" v="1719" actId="208"/>
          <ac:picMkLst>
            <pc:docMk/>
            <pc:sldMk cId="0" sldId="260"/>
            <ac:picMk id="23" creationId="{2DE383BA-C3DA-9AAF-A513-F3E565DB61B2}"/>
          </ac:picMkLst>
        </pc:picChg>
      </pc:sldChg>
      <pc:sldChg chg="addSp delSp modSp mod modTransition">
        <pc:chgData name="Ірина Огій" userId="f6a618ddc3b978aa" providerId="LiveId" clId="{629983A2-27F5-41FC-A51D-744050E8C04A}" dt="2026-05-22T16:41:07.306" v="3024" actId="1076"/>
        <pc:sldMkLst>
          <pc:docMk/>
          <pc:sldMk cId="0" sldId="261"/>
        </pc:sldMkLst>
        <pc:spChg chg="mod">
          <ac:chgData name="Ірина Огій" userId="f6a618ddc3b978aa" providerId="LiveId" clId="{629983A2-27F5-41FC-A51D-744050E8C04A}" dt="2026-05-21T20:50:58.314" v="2042" actId="20577"/>
          <ac:spMkLst>
            <pc:docMk/>
            <pc:sldMk cId="0" sldId="261"/>
            <ac:spMk id="3" creationId="{00000000-0000-0000-0000-000000000000}"/>
          </ac:spMkLst>
        </pc:spChg>
        <pc:spChg chg="del">
          <ac:chgData name="Ірина Огій" userId="f6a618ddc3b978aa" providerId="LiveId" clId="{629983A2-27F5-41FC-A51D-744050E8C04A}" dt="2026-05-21T20:20:47.555" v="1230" actId="21"/>
          <ac:spMkLst>
            <pc:docMk/>
            <pc:sldMk cId="0" sldId="261"/>
            <ac:spMk id="4" creationId="{00000000-0000-0000-0000-000000000000}"/>
          </ac:spMkLst>
        </pc:spChg>
        <pc:spChg chg="del">
          <ac:chgData name="Ірина Огій" userId="f6a618ddc3b978aa" providerId="LiveId" clId="{629983A2-27F5-41FC-A51D-744050E8C04A}" dt="2026-05-21T20:20:51.688" v="1231" actId="21"/>
          <ac:spMkLst>
            <pc:docMk/>
            <pc:sldMk cId="0" sldId="261"/>
            <ac:spMk id="5" creationId="{00000000-0000-0000-0000-000000000000}"/>
          </ac:spMkLst>
        </pc:spChg>
        <pc:spChg chg="del">
          <ac:chgData name="Ірина Огій" userId="f6a618ddc3b978aa" providerId="LiveId" clId="{629983A2-27F5-41FC-A51D-744050E8C04A}" dt="2026-05-21T20:20:54.853" v="1232" actId="21"/>
          <ac:spMkLst>
            <pc:docMk/>
            <pc:sldMk cId="0" sldId="261"/>
            <ac:spMk id="6" creationId="{00000000-0000-0000-0000-000000000000}"/>
          </ac:spMkLst>
        </pc:spChg>
        <pc:spChg chg="del">
          <ac:chgData name="Ірина Огій" userId="f6a618ddc3b978aa" providerId="LiveId" clId="{629983A2-27F5-41FC-A51D-744050E8C04A}" dt="2026-05-21T20:20:58.821" v="1233" actId="21"/>
          <ac:spMkLst>
            <pc:docMk/>
            <pc:sldMk cId="0" sldId="261"/>
            <ac:spMk id="7" creationId="{00000000-0000-0000-0000-000000000000}"/>
          </ac:spMkLst>
        </pc:spChg>
        <pc:spChg chg="del">
          <ac:chgData name="Ірина Огій" userId="f6a618ddc3b978aa" providerId="LiveId" clId="{629983A2-27F5-41FC-A51D-744050E8C04A}" dt="2026-05-21T20:21:01.516" v="1234" actId="21"/>
          <ac:spMkLst>
            <pc:docMk/>
            <pc:sldMk cId="0" sldId="261"/>
            <ac:spMk id="8" creationId="{00000000-0000-0000-0000-000000000000}"/>
          </ac:spMkLst>
        </pc:spChg>
        <pc:spChg chg="del mod">
          <ac:chgData name="Ірина Огій" userId="f6a618ddc3b978aa" providerId="LiveId" clId="{629983A2-27F5-41FC-A51D-744050E8C04A}" dt="2026-05-21T20:21:08.051" v="1236" actId="21"/>
          <ac:spMkLst>
            <pc:docMk/>
            <pc:sldMk cId="0" sldId="261"/>
            <ac:spMk id="9" creationId="{00000000-0000-0000-0000-000000000000}"/>
          </ac:spMkLst>
        </pc:spChg>
        <pc:spChg chg="del">
          <ac:chgData name="Ірина Огій" userId="f6a618ddc3b978aa" providerId="LiveId" clId="{629983A2-27F5-41FC-A51D-744050E8C04A}" dt="2026-05-21T19:31:50.880" v="475" actId="21"/>
          <ac:spMkLst>
            <pc:docMk/>
            <pc:sldMk cId="0" sldId="261"/>
            <ac:spMk id="10" creationId="{00000000-0000-0000-0000-000000000000}"/>
          </ac:spMkLst>
        </pc:spChg>
        <pc:spChg chg="add mod">
          <ac:chgData name="Ірина Огій" userId="f6a618ddc3b978aa" providerId="LiveId" clId="{629983A2-27F5-41FC-A51D-744050E8C04A}" dt="2026-05-22T16:40:46.719" v="3020" actId="1076"/>
          <ac:spMkLst>
            <pc:docMk/>
            <pc:sldMk cId="0" sldId="261"/>
            <ac:spMk id="10" creationId="{F9FDA9D6-78E9-B189-6998-D0473643789C}"/>
          </ac:spMkLst>
        </pc:spChg>
        <pc:spChg chg="mod">
          <ac:chgData name="Ірина Огій" userId="f6a618ddc3b978aa" providerId="LiveId" clId="{629983A2-27F5-41FC-A51D-744050E8C04A}" dt="2026-05-22T16:40:58.047" v="3022" actId="1076"/>
          <ac:spMkLst>
            <pc:docMk/>
            <pc:sldMk cId="0" sldId="261"/>
            <ac:spMk id="11" creationId="{00000000-0000-0000-0000-000000000000}"/>
          </ac:spMkLst>
        </pc:spChg>
        <pc:spChg chg="del mod">
          <ac:chgData name="Ірина Огій" userId="f6a618ddc3b978aa" providerId="LiveId" clId="{629983A2-27F5-41FC-A51D-744050E8C04A}" dt="2026-05-21T20:21:24.277" v="1238" actId="21"/>
          <ac:spMkLst>
            <pc:docMk/>
            <pc:sldMk cId="0" sldId="261"/>
            <ac:spMk id="12" creationId="{00000000-0000-0000-0000-000000000000}"/>
          </ac:spMkLst>
        </pc:spChg>
        <pc:spChg chg="del mod">
          <ac:chgData name="Ірина Огій" userId="f6a618ddc3b978aa" providerId="LiveId" clId="{629983A2-27F5-41FC-A51D-744050E8C04A}" dt="2026-05-21T20:21:24.277" v="1238" actId="21"/>
          <ac:spMkLst>
            <pc:docMk/>
            <pc:sldMk cId="0" sldId="261"/>
            <ac:spMk id="13" creationId="{00000000-0000-0000-0000-000000000000}"/>
          </ac:spMkLst>
        </pc:spChg>
        <pc:spChg chg="add mod">
          <ac:chgData name="Ірина Огій" userId="f6a618ddc3b978aa" providerId="LiveId" clId="{629983A2-27F5-41FC-A51D-744050E8C04A}" dt="2026-05-22T16:40:46.719" v="3020" actId="1076"/>
          <ac:spMkLst>
            <pc:docMk/>
            <pc:sldMk cId="0" sldId="261"/>
            <ac:spMk id="14" creationId="{5BC3E357-CE91-DBF5-0CB0-D68D979746C8}"/>
          </ac:spMkLst>
        </pc:spChg>
        <pc:spChg chg="add mod">
          <ac:chgData name="Ірина Огій" userId="f6a618ddc3b978aa" providerId="LiveId" clId="{629983A2-27F5-41FC-A51D-744050E8C04A}" dt="2026-05-22T16:40:46.719" v="3020" actId="1076"/>
          <ac:spMkLst>
            <pc:docMk/>
            <pc:sldMk cId="0" sldId="261"/>
            <ac:spMk id="15" creationId="{9BA6B7B0-6448-0180-75E4-7F40CEF5A16A}"/>
          </ac:spMkLst>
        </pc:spChg>
        <pc:spChg chg="add mod">
          <ac:chgData name="Ірина Огій" userId="f6a618ddc3b978aa" providerId="LiveId" clId="{629983A2-27F5-41FC-A51D-744050E8C04A}" dt="2026-05-22T16:40:46.719" v="3020" actId="1076"/>
          <ac:spMkLst>
            <pc:docMk/>
            <pc:sldMk cId="0" sldId="261"/>
            <ac:spMk id="16" creationId="{9FBB970E-B8C0-9218-7FCE-91C02C9303C2}"/>
          </ac:spMkLst>
        </pc:spChg>
        <pc:picChg chg="add mod">
          <ac:chgData name="Ірина Огій" userId="f6a618ddc3b978aa" providerId="LiveId" clId="{629983A2-27F5-41FC-A51D-744050E8C04A}" dt="2026-05-22T16:41:07.306" v="3024" actId="1076"/>
          <ac:picMkLst>
            <pc:docMk/>
            <pc:sldMk cId="0" sldId="261"/>
            <ac:picMk id="17" creationId="{9AA13CC4-CA39-EB06-241F-798E5ED84E38}"/>
          </ac:picMkLst>
        </pc:picChg>
      </pc:sldChg>
      <pc:sldChg chg="addSp delSp modSp mod modTransition">
        <pc:chgData name="Ірина Огій" userId="f6a618ddc3b978aa" providerId="LiveId" clId="{629983A2-27F5-41FC-A51D-744050E8C04A}" dt="2026-05-22T16:41:25.996" v="3025" actId="123"/>
        <pc:sldMkLst>
          <pc:docMk/>
          <pc:sldMk cId="0" sldId="262"/>
        </pc:sldMkLst>
        <pc:spChg chg="mod">
          <ac:chgData name="Ірина Огій" userId="f6a618ddc3b978aa" providerId="LiveId" clId="{629983A2-27F5-41FC-A51D-744050E8C04A}" dt="2026-05-22T16:41:25.996" v="3025" actId="123"/>
          <ac:spMkLst>
            <pc:docMk/>
            <pc:sldMk cId="0" sldId="262"/>
            <ac:spMk id="4" creationId="{00000000-0000-0000-0000-000000000000}"/>
          </ac:spMkLst>
        </pc:spChg>
        <pc:picChg chg="add del mod">
          <ac:chgData name="Ірина Огій" userId="f6a618ddc3b978aa" providerId="LiveId" clId="{629983A2-27F5-41FC-A51D-744050E8C04A}" dt="2026-05-21T19:43:57.577" v="511" actId="21"/>
          <ac:picMkLst>
            <pc:docMk/>
            <pc:sldMk cId="0" sldId="262"/>
            <ac:picMk id="10" creationId="{693E7BC9-AF57-6978-CA20-55005E41823A}"/>
          </ac:picMkLst>
        </pc:picChg>
        <pc:picChg chg="add mod">
          <ac:chgData name="Ірина Огій" userId="f6a618ddc3b978aa" providerId="LiveId" clId="{629983A2-27F5-41FC-A51D-744050E8C04A}" dt="2026-05-21T20:35:03.381" v="1722" actId="208"/>
          <ac:picMkLst>
            <pc:docMk/>
            <pc:sldMk cId="0" sldId="262"/>
            <ac:picMk id="10" creationId="{C762673D-4947-16E8-C6EA-DC681815D75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102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Shape 1"/>
          <p:cNvSpPr/>
          <p:nvPr/>
        </p:nvSpPr>
        <p:spPr>
          <a:xfrm>
            <a:off x="1097280" y="731520"/>
            <a:ext cx="6949440" cy="2377440"/>
          </a:xfrm>
          <a:prstGeom prst="rect">
            <a:avLst/>
          </a:prstGeom>
          <a:solidFill>
            <a:srgbClr val="0F2557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4" name="Text 2"/>
          <p:cNvSpPr/>
          <p:nvPr/>
        </p:nvSpPr>
        <p:spPr>
          <a:xfrm>
            <a:off x="1371600" y="86868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Лабораторна </a:t>
            </a:r>
            <a:r>
              <a:rPr lang="en-US" sz="28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робота</a:t>
            </a: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№</a:t>
            </a:r>
            <a:r>
              <a:rPr lang="uk-UA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28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uk-UA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Рядки в мові</a:t>
            </a: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Java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1600" y="23774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 err="1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Варіант</a:t>
            </a:r>
            <a:r>
              <a:rPr lang="en-US" sz="15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№7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0" y="3566160"/>
            <a:ext cx="457200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7" name="Text 5"/>
          <p:cNvSpPr/>
          <p:nvPr/>
        </p:nvSpPr>
        <p:spPr>
          <a:xfrm>
            <a:off x="2468880" y="361188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uk-UA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Виконала</a:t>
            </a: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 </a:t>
            </a:r>
            <a:r>
              <a:rPr lang="en-US" sz="1300" b="1" dirty="0">
                <a:solidFill>
                  <a:srgbClr val="0F2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Огій Ірина Вадимівна</a:t>
            </a: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Група:  </a:t>
            </a:r>
            <a:r>
              <a:rPr lang="en-US" sz="1300" b="1" dirty="0">
                <a:solidFill>
                  <a:srgbClr val="0F2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ІО-з51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uk-UA"/>
          </a:p>
        </p:txBody>
      </p:sp>
      <p:pic>
        <p:nvPicPr>
          <p:cNvPr id="9" name="Camera 8">
            <a:extLst>
              <a:ext uri="{FF2B5EF4-FFF2-40B4-BE49-F238E27FC236}">
                <a16:creationId xmlns:a16="http://schemas.microsoft.com/office/drawing/2014/main" id="{B8DE2AA4-F724-153A-1D74-03462479DBCE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  <a:ln w="19050" cap="rnd">
            <a:solidFill>
              <a:srgbClr val="0F2557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557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Розрахунок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варіант</a:t>
            </a:r>
            <a:r>
              <a:rPr lang="uk-UA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завдання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694656"/>
              </p:ext>
            </p:extLst>
          </p:nvPr>
        </p:nvGraphicFramePr>
        <p:xfrm>
          <a:off x="457201" y="1726691"/>
          <a:ext cx="4114799" cy="1301496"/>
        </p:xfrm>
        <a:graphic>
          <a:graphicData uri="http://schemas.openxmlformats.org/drawingml/2006/table">
            <a:tbl>
              <a:tblPr/>
              <a:tblGrid>
                <a:gridCol w="8668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96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3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Параметр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Формула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Результат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Значення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r>
                        <a:rPr lang="uk-UA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7 % </a:t>
                      </a:r>
                      <a:r>
                        <a:rPr lang="uk-UA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uk-UA" sz="10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uk-UA" sz="1000" dirty="0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Тип текстових змінних: </a:t>
                      </a: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String</a:t>
                      </a:r>
                      <a:endParaRPr lang="en-US" sz="1000" dirty="0">
                        <a:solidFill>
                          <a:srgbClr val="334155"/>
                        </a:solidFill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r>
                        <a:rPr lang="uk-UA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7 % </a:t>
                      </a:r>
                      <a:r>
                        <a:rPr lang="uk-UA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uk-UA" sz="10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uk-UA" sz="1000" dirty="0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Сортування за</a:t>
                      </a:r>
                      <a:r>
                        <a:rPr lang="ru-RU" sz="1000" dirty="0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голосною</a:t>
                      </a: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</a:t>
                      </a:r>
                      <a:r>
                        <a:rPr lang="ru-RU" sz="1000" dirty="0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за 2-ю </a:t>
                      </a:r>
                      <a:r>
                        <a:rPr lang="ru-RU" sz="1000" dirty="0" err="1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літерою</a:t>
                      </a:r>
                      <a:endParaRPr lang="en-US" sz="1000" dirty="0">
                        <a:solidFill>
                          <a:srgbClr val="334155"/>
                        </a:solidFill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937760" y="1097280"/>
            <a:ext cx="3840480" cy="2560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6" name="Text 3"/>
          <p:cNvSpPr/>
          <p:nvPr/>
        </p:nvSpPr>
        <p:spPr>
          <a:xfrm>
            <a:off x="512064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uk-UA" sz="1300" b="1" dirty="0">
                <a:solidFill>
                  <a:srgbClr val="0F2557"/>
                </a:solidFill>
                <a:latin typeface="Arial" pitchFamily="34" charset="0"/>
                <a:cs typeface="Arial" pitchFamily="34" charset="-120"/>
              </a:rPr>
              <a:t>Основні етапи алгоритму: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solidFill>
            <a:srgbClr val="E0F7FA"/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9" name="Text 6"/>
          <p:cNvSpPr/>
          <p:nvPr/>
        </p:nvSpPr>
        <p:spPr>
          <a:xfrm>
            <a:off x="640080" y="3977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uk-UA" sz="1100" b="1" dirty="0">
                <a:solidFill>
                  <a:srgbClr val="0F2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Тип: </a:t>
            </a:r>
            <a:r>
              <a:rPr lang="en-US" sz="1100" b="1" dirty="0">
                <a:solidFill>
                  <a:srgbClr val="0F2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</a:t>
            </a:r>
            <a:r>
              <a:rPr lang="uk-UA" sz="1100" b="1" dirty="0">
                <a:solidFill>
                  <a:srgbClr val="0F2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100" dirty="0">
                <a:solidFill>
                  <a:srgbClr val="64748B"/>
                </a:solidFill>
              </a:rPr>
              <a:t>|  </a:t>
            </a:r>
            <a:r>
              <a:rPr lang="uk-UA" sz="1100" b="1" dirty="0">
                <a:solidFill>
                  <a:srgbClr val="0F2557"/>
                </a:solidFill>
                <a:latin typeface="Arial" pitchFamily="34" charset="0"/>
                <a:cs typeface="Arial" pitchFamily="34" charset="-120"/>
              </a:rPr>
              <a:t>Сортування</a:t>
            </a:r>
            <a:r>
              <a:rPr lang="uk-UA" sz="1100" b="1" dirty="0">
                <a:solidFill>
                  <a:srgbClr val="0F2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за голосною </a:t>
            </a:r>
            <a:r>
              <a:rPr lang="en-US" sz="1100" dirty="0">
                <a:solidFill>
                  <a:srgbClr val="64748B"/>
                </a:solidFill>
              </a:rPr>
              <a:t>|</a:t>
            </a:r>
            <a:r>
              <a:rPr lang="uk-UA" sz="1100" dirty="0">
                <a:solidFill>
                  <a:srgbClr val="64748B"/>
                </a:solidFill>
              </a:rPr>
              <a:t> </a:t>
            </a:r>
            <a:r>
              <a:rPr lang="uk-UA" sz="1100" b="1" dirty="0">
                <a:solidFill>
                  <a:srgbClr val="0F2557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uk-UA" sz="1100" b="1" dirty="0">
                <a:solidFill>
                  <a:srgbClr val="0F2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Сортування за 2-ю літерою</a:t>
            </a:r>
            <a:r>
              <a:rPr lang="uk-UA" sz="1100" dirty="0">
                <a:solidFill>
                  <a:srgbClr val="64748B"/>
                </a:solidFill>
              </a:rPr>
              <a:t>  </a:t>
            </a:r>
            <a:endParaRPr 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994C63-0DD5-9FD4-7272-18D01A61052E}"/>
              </a:ext>
            </a:extLst>
          </p:cNvPr>
          <p:cNvSpPr txBox="1"/>
          <p:nvPr/>
        </p:nvSpPr>
        <p:spPr>
          <a:xfrm>
            <a:off x="5176024" y="1604772"/>
            <a:ext cx="336395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uk-UA" sz="1200" dirty="0">
                <a:latin typeface="Arial" panose="020B0604020202020204" pitchFamily="34" charset="0"/>
                <a:cs typeface="Arial" panose="020B0604020202020204" pitchFamily="34" charset="0"/>
              </a:rPr>
              <a:t>Очищення вхідного тексту від зайвих символів.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uk-UA" sz="1200" dirty="0">
                <a:latin typeface="Arial" panose="020B0604020202020204" pitchFamily="34" charset="0"/>
                <a:cs typeface="Arial" panose="020B0604020202020204" pitchFamily="34" charset="0"/>
              </a:rPr>
              <a:t>Розбиття тексту на масив слів.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uk-UA" sz="1200" dirty="0">
                <a:latin typeface="Arial" panose="020B0604020202020204" pitchFamily="34" charset="0"/>
                <a:cs typeface="Arial" panose="020B0604020202020204" pitchFamily="34" charset="0"/>
              </a:rPr>
              <a:t>Фільтрація слів, що починаються з голосних літер.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uk-UA" sz="1200" dirty="0">
                <a:latin typeface="Arial" panose="020B0604020202020204" pitchFamily="34" charset="0"/>
                <a:cs typeface="Arial" panose="020B0604020202020204" pitchFamily="34" charset="0"/>
              </a:rPr>
              <a:t>Алфавітне сортування за символом з індексом 1.</a:t>
            </a:r>
          </a:p>
        </p:txBody>
      </p:sp>
      <p:pic>
        <p:nvPicPr>
          <p:cNvPr id="12" name="Camera 11">
            <a:extLst>
              <a:ext uri="{FF2B5EF4-FFF2-40B4-BE49-F238E27FC236}">
                <a16:creationId xmlns:a16="http://schemas.microsoft.com/office/drawing/2014/main" id="{9C9CBF23-E5FF-391A-48BD-2829C8D1E3AE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  <a:ln>
            <a:solidFill>
              <a:srgbClr val="0F2557"/>
            </a:solidFill>
          </a:ln>
        </p:spPr>
      </p:pic>
      <p:pic>
        <p:nvPicPr>
          <p:cNvPr id="13" name="Camera 12">
            <a:extLst>
              <a:ext uri="{FF2B5EF4-FFF2-40B4-BE49-F238E27FC236}">
                <a16:creationId xmlns:a16="http://schemas.microsoft.com/office/drawing/2014/main" id="{A57F5716-3534-97D0-69A5-7E0E0C473773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  <a:ln w="19050" cap="rnd">
            <a:solidFill>
              <a:srgbClr val="0F2557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557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457200" y="-8549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2000" b="1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Токенізація</a:t>
            </a:r>
            <a:r>
              <a:rPr lang="uk-UA" sz="20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та очищення тексту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199" y="1676958"/>
            <a:ext cx="3931920" cy="1949233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just"/>
            <a:r>
              <a:rPr lang="uk-UA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Вимога варіанта (</a:t>
            </a:r>
            <a:r>
              <a:rPr lang="en-US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C3=1):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Використання базового класу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String.</a:t>
            </a:r>
            <a:endParaRPr lang="uk-UA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uk-UA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Регулярні вирази (</a:t>
            </a:r>
            <a:r>
              <a:rPr lang="en-US" sz="1100" b="1" dirty="0" err="1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RegEx</a:t>
            </a:r>
            <a:r>
              <a:rPr lang="en-US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Метод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split("[\\s,;.!?-]+") 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ефективно відокремлює слова від будь-яких розділових знаків.</a:t>
            </a:r>
          </a:p>
          <a:p>
            <a:pPr algn="just"/>
            <a:endParaRPr lang="uk-UA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uk-UA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Динамічний масив: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 Використання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ArrayList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для накопичення слів заздалегідь невідомої кількості.</a:t>
            </a:r>
          </a:p>
        </p:txBody>
      </p:sp>
      <p:sp>
        <p:nvSpPr>
          <p:cNvPr id="6" name="Shape 4"/>
          <p:cNvSpPr/>
          <p:nvPr/>
        </p:nvSpPr>
        <p:spPr>
          <a:xfrm>
            <a:off x="4754882" y="925179"/>
            <a:ext cx="3931918" cy="40233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7" name="Shape 5"/>
          <p:cNvSpPr/>
          <p:nvPr/>
        </p:nvSpPr>
        <p:spPr>
          <a:xfrm>
            <a:off x="4754882" y="925179"/>
            <a:ext cx="3931918" cy="320040"/>
          </a:xfrm>
          <a:prstGeom prst="rect">
            <a:avLst/>
          </a:prstGeom>
          <a:solidFill>
            <a:srgbClr val="151E2D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8" name="Text 6"/>
          <p:cNvSpPr/>
          <p:nvPr/>
        </p:nvSpPr>
        <p:spPr>
          <a:xfrm>
            <a:off x="4937762" y="925179"/>
            <a:ext cx="357447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</a:rPr>
              <a:t>Lab</a:t>
            </a:r>
            <a:r>
              <a:rPr lang="uk-UA" sz="900" dirty="0">
                <a:solidFill>
                  <a:srgbClr val="64748B"/>
                </a:solidFill>
                <a:latin typeface="Consolas" pitchFamily="34" charset="0"/>
              </a:rPr>
              <a:t>3</a:t>
            </a:r>
            <a:r>
              <a:rPr lang="en-US" sz="900" dirty="0">
                <a:solidFill>
                  <a:srgbClr val="64748B"/>
                </a:solidFill>
                <a:latin typeface="Consolas" pitchFamily="34" charset="0"/>
              </a:rPr>
              <a:t>.java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37762" y="1336659"/>
            <a:ext cx="3574471" cy="3611880"/>
          </a:xfrm>
          <a:prstGeom prst="rect">
            <a:avLst/>
          </a:prstGeom>
          <a:noFill/>
          <a:ln/>
        </p:spPr>
        <p:txBody>
          <a:bodyPr wrap="square" lIns="38100" tIns="63500" rIns="63500" bIns="38100" rtlCol="0" anchor="t"/>
          <a:lstStyle/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Lab3 {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void main(String[]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args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text = "Apple, orange, banana, ice and elephant. </a:t>
            </a: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І екрани працюють!";</a:t>
            </a:r>
          </a:p>
          <a:p>
            <a:pPr>
              <a:lnSpc>
                <a:spcPct val="115000"/>
              </a:lnSpc>
            </a:pPr>
            <a:endParaRPr lang="uk-UA" sz="900" dirty="0">
              <a:solidFill>
                <a:srgbClr val="A5F3F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15000"/>
              </a:lnSpc>
            </a:pP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</a:t>
            </a:r>
            <a:r>
              <a:rPr lang="uk-UA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Токенізація</a:t>
            </a: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очищення від знаків пунктуації за допомогою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RegEx</a:t>
            </a:r>
            <a:endParaRPr lang="uk-UA" sz="900" dirty="0">
              <a:solidFill>
                <a:srgbClr val="A5F3F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15000"/>
              </a:lnSpc>
            </a:pP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String[] words =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text.split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("[\\s,;.!?-]+");</a:t>
            </a:r>
          </a:p>
          <a:p>
            <a:pPr>
              <a:lnSpc>
                <a:spcPct val="115000"/>
              </a:lnSpc>
            </a:pP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List&lt;String&gt;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vowelWords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new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ArrayList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&lt;&gt;();</a:t>
            </a:r>
          </a:p>
          <a:p>
            <a:pPr>
              <a:lnSpc>
                <a:spcPct val="115000"/>
              </a:lnSpc>
            </a:pP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vowels = "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aeiouyAEIOUY</a:t>
            </a:r>
            <a:r>
              <a:rPr lang="uk-UA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аеєиіїоуюяАЕЄИІЇОУЮЯ</a:t>
            </a: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";</a:t>
            </a:r>
            <a:endParaRPr lang="en-US" sz="900" dirty="0"/>
          </a:p>
        </p:txBody>
      </p:sp>
      <p:pic>
        <p:nvPicPr>
          <p:cNvPr id="4" name="Camera 3">
            <a:extLst>
              <a:ext uri="{FF2B5EF4-FFF2-40B4-BE49-F238E27FC236}">
                <a16:creationId xmlns:a16="http://schemas.microsoft.com/office/drawing/2014/main" id="{49847BB2-B4E6-16C5-B7E2-73345823163D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38" y="3568390"/>
            <a:ext cx="1475120" cy="1475120"/>
          </a:xfrm>
          <a:prstGeom prst="ellipse">
            <a:avLst/>
          </a:prstGeom>
          <a:ln w="19050" cap="rnd">
            <a:solidFill>
              <a:srgbClr val="0F2557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557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20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Алгоритм фільтрації слів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1" y="962350"/>
            <a:ext cx="3931920" cy="3936752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5" name="Shape 3"/>
          <p:cNvSpPr/>
          <p:nvPr/>
        </p:nvSpPr>
        <p:spPr>
          <a:xfrm>
            <a:off x="365761" y="962350"/>
            <a:ext cx="3931920" cy="320040"/>
          </a:xfrm>
          <a:prstGeom prst="rect">
            <a:avLst/>
          </a:prstGeom>
          <a:solidFill>
            <a:srgbClr val="151E2D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548641" y="962350"/>
            <a:ext cx="357447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</a:t>
            </a:r>
            <a:r>
              <a:rPr lang="uk-UA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.java 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1" y="1373830"/>
            <a:ext cx="3574473" cy="3525272"/>
          </a:xfrm>
          <a:prstGeom prst="rect">
            <a:avLst/>
          </a:prstGeom>
          <a:noFill/>
          <a:ln/>
        </p:spPr>
        <p:txBody>
          <a:bodyPr wrap="square" lIns="38100" tIns="63500" rIns="63500" bIns="38100" rtlCol="0" anchor="t"/>
          <a:lstStyle/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vowels = "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aeiouyAEIOUY</a:t>
            </a:r>
            <a:r>
              <a:rPr lang="uk-UA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аеєиіїоуюяАЕЄИІЇОУЮЯ</a:t>
            </a: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";</a:t>
            </a:r>
          </a:p>
          <a:p>
            <a:pPr>
              <a:lnSpc>
                <a:spcPct val="112000"/>
              </a:lnSpc>
            </a:pPr>
            <a:endParaRPr lang="en-US" sz="900" dirty="0">
              <a:solidFill>
                <a:srgbClr val="A5F3F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Фільтрація слів, що починаються з голосних літер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(String word : words) {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word.isEmpty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 {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char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firstChar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word.charAt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(0);</a:t>
            </a:r>
            <a:endParaRPr lang="uk-UA" sz="900" dirty="0">
              <a:solidFill>
                <a:srgbClr val="A5F3F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12000"/>
              </a:lnSpc>
            </a:pP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vowels.indexOf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firstChar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!= -1) {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vowelWords.add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(word);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19" y="1745612"/>
            <a:ext cx="3931920" cy="1793116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just"/>
            <a:r>
              <a:rPr lang="uk-UA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Логіка фільтрації: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 Аналіз нульового символу слова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word.charAt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(0).</a:t>
            </a:r>
            <a:endParaRPr lang="uk-UA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uk-UA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Універсальність: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 Враховано як латинські, так і кириличні голосні літери в обох регістрах (великі та малі).</a:t>
            </a:r>
          </a:p>
          <a:p>
            <a:pPr algn="just"/>
            <a:endParaRPr lang="uk-UA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uk-UA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Метод </a:t>
            </a:r>
            <a:r>
              <a:rPr lang="en-US" sz="1100" b="1" dirty="0" err="1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indexOf</a:t>
            </a:r>
            <a:r>
              <a:rPr lang="en-US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Ефективна перевірка на входження символу до бази голосних.</a:t>
            </a:r>
          </a:p>
        </p:txBody>
      </p:sp>
      <p:pic>
        <p:nvPicPr>
          <p:cNvPr id="8" name="Camera 7">
            <a:extLst>
              <a:ext uri="{FF2B5EF4-FFF2-40B4-BE49-F238E27FC236}">
                <a16:creationId xmlns:a16="http://schemas.microsoft.com/office/drawing/2014/main" id="{DE0D759F-95B0-6CCF-4F81-90EEAAB79630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  <a:ln w="19050" cap="rnd">
            <a:solidFill>
              <a:srgbClr val="0F2557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557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2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Кастомне сортування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82494" y="1638763"/>
            <a:ext cx="4099933" cy="2293993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just"/>
            <a:r>
              <a:rPr lang="uk-UA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Інтерфейс </a:t>
            </a:r>
            <a:r>
              <a:rPr lang="en-US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Comparator:</a:t>
            </a:r>
            <a:r>
              <a:rPr lang="en-US" sz="1100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Використання лямбда-виразу для </a:t>
            </a:r>
            <a:r>
              <a:rPr lang="uk-UA" sz="1100" dirty="0" err="1">
                <a:latin typeface="Arial" panose="020B0604020202020204" pitchFamily="34" charset="0"/>
                <a:cs typeface="Arial" panose="020B0604020202020204" pitchFamily="34" charset="0"/>
              </a:rPr>
              <a:t>перевизначення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 логіки порівняння.</a:t>
            </a:r>
          </a:p>
          <a:p>
            <a:pPr algn="just"/>
            <a:endParaRPr lang="uk-UA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uk-UA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Логіка варіанта (</a:t>
            </a:r>
            <a:r>
              <a:rPr lang="en-US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C17=7):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Порівняння символів з індексом 1 (друга літера слів).</a:t>
            </a:r>
          </a:p>
          <a:p>
            <a:pPr algn="just"/>
            <a:endParaRPr lang="uk-UA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uk-UA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Безпека коду (</a:t>
            </a:r>
            <a:r>
              <a:rPr lang="en-US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Edge Cases):</a:t>
            </a:r>
            <a:r>
              <a:rPr lang="en-US" sz="1100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Перевірка довжини слова для запобігання помилці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StringIndexOutOfBoundsException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якщо слово складається лише з однієї літери.</a:t>
            </a:r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F9FDA9D6-78E9-B189-6998-D0473643789C}"/>
              </a:ext>
            </a:extLst>
          </p:cNvPr>
          <p:cNvSpPr/>
          <p:nvPr/>
        </p:nvSpPr>
        <p:spPr>
          <a:xfrm>
            <a:off x="4761574" y="902876"/>
            <a:ext cx="4016670" cy="4122605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5BC3E357-CE91-DBF5-0CB0-D68D979746C8}"/>
              </a:ext>
            </a:extLst>
          </p:cNvPr>
          <p:cNvSpPr/>
          <p:nvPr/>
        </p:nvSpPr>
        <p:spPr>
          <a:xfrm>
            <a:off x="4761573" y="902877"/>
            <a:ext cx="4016669" cy="320040"/>
          </a:xfrm>
          <a:prstGeom prst="rect">
            <a:avLst/>
          </a:prstGeom>
          <a:solidFill>
            <a:srgbClr val="151E2D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9BA6B7B0-6448-0180-75E4-7F40CEF5A16A}"/>
              </a:ext>
            </a:extLst>
          </p:cNvPr>
          <p:cNvSpPr/>
          <p:nvPr/>
        </p:nvSpPr>
        <p:spPr>
          <a:xfrm>
            <a:off x="4944454" y="902877"/>
            <a:ext cx="358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</a:t>
            </a:r>
            <a:r>
              <a:rPr lang="uk-UA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.java </a:t>
            </a:r>
            <a:endParaRPr lang="en-US" sz="90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9FBB970E-B8C0-9218-7FCE-91C02C9303C2}"/>
              </a:ext>
            </a:extLst>
          </p:cNvPr>
          <p:cNvSpPr/>
          <p:nvPr/>
        </p:nvSpPr>
        <p:spPr>
          <a:xfrm>
            <a:off x="4944455" y="1314356"/>
            <a:ext cx="3583320" cy="3614483"/>
          </a:xfrm>
          <a:prstGeom prst="rect">
            <a:avLst/>
          </a:prstGeom>
          <a:noFill/>
          <a:ln/>
        </p:spPr>
        <p:txBody>
          <a:bodyPr wrap="square" lIns="38100" tIns="63500" rIns="63500" bIns="38100" rtlCol="0" anchor="t"/>
          <a:lstStyle/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Кастомне сортування за 2-ю літерою (індекс 1)</a:t>
            </a:r>
          </a:p>
          <a:p>
            <a:pPr>
              <a:lnSpc>
                <a:spcPct val="112000"/>
              </a:lnSpc>
            </a:pP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vowelWords.sort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((w1, w2) -&gt; {</a:t>
            </a:r>
            <a:endParaRPr lang="uk-UA" sz="900" dirty="0">
              <a:solidFill>
                <a:srgbClr val="A5F3F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12000"/>
              </a:lnSpc>
            </a:pP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c1 = (w1.length() &gt; 1) ? w1.charAt(1) : w1.charAt(0);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c2 = (w2.length() &gt; 1) ? w2.charAt(1) : w2.charAt(0);</a:t>
            </a:r>
            <a:endParaRPr lang="uk-UA" sz="900" dirty="0">
              <a:solidFill>
                <a:srgbClr val="A5F3F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12000"/>
              </a:lnSpc>
            </a:pP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Character.compare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Character.toLowerCase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(c1),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Character.toLowerCase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(c2));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00" dirty="0"/>
          </a:p>
        </p:txBody>
      </p:sp>
      <p:pic>
        <p:nvPicPr>
          <p:cNvPr id="17" name="Camera 16">
            <a:extLst>
              <a:ext uri="{FF2B5EF4-FFF2-40B4-BE49-F238E27FC236}">
                <a16:creationId xmlns:a16="http://schemas.microsoft.com/office/drawing/2014/main" id="{9AA13CC4-CA39-EB06-241F-798E5ED84E38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6380" y="3501481"/>
            <a:ext cx="1524000" cy="1524000"/>
          </a:xfrm>
          <a:prstGeom prst="ellipse">
            <a:avLst/>
          </a:prstGeom>
          <a:ln w="19050" cap="rnd">
            <a:solidFill>
              <a:srgbClr val="0F2557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557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Виведення результатів обробки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46026"/>
            <a:ext cx="2560320" cy="188046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5" name="Shape 3"/>
          <p:cNvSpPr/>
          <p:nvPr/>
        </p:nvSpPr>
        <p:spPr>
          <a:xfrm>
            <a:off x="457200" y="646026"/>
            <a:ext cx="256032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594360" y="828906"/>
            <a:ext cx="320040" cy="320040"/>
          </a:xfrm>
          <a:prstGeom prst="ellipse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82890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200" b="1" dirty="0">
                <a:solidFill>
                  <a:srgbClr val="0F2557"/>
                </a:solidFill>
                <a:latin typeface="Arial" pitchFamily="34" charset="0"/>
                <a:cs typeface="Arial" pitchFamily="34" charset="-120"/>
              </a:rPr>
              <a:t>Консольний вивід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240386"/>
            <a:ext cx="2286000" cy="109728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t"/>
          <a:lstStyle/>
          <a:p>
            <a:pPr algn="just">
              <a:lnSpc>
                <a:spcPct val="120000"/>
              </a:lnSpc>
            </a:pPr>
            <a:r>
              <a:rPr lang="ru-RU" sz="1000" dirty="0" err="1">
                <a:latin typeface="Arial" panose="020B0604020202020204" pitchFamily="34" charset="0"/>
                <a:cs typeface="Arial" panose="020B0604020202020204" pitchFamily="34" charset="0"/>
              </a:rPr>
              <a:t>Покрокове</a:t>
            </a: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00" dirty="0" err="1">
                <a:latin typeface="Arial" panose="020B0604020202020204" pitchFamily="34" charset="0"/>
                <a:cs typeface="Arial" panose="020B0604020202020204" pitchFamily="34" charset="0"/>
              </a:rPr>
              <a:t>виведення</a:t>
            </a: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 кожного </a:t>
            </a:r>
            <a:r>
              <a:rPr lang="ru-RU" sz="1000" dirty="0" err="1">
                <a:latin typeface="Arial" panose="020B0604020202020204" pitchFamily="34" charset="0"/>
                <a:cs typeface="Arial" panose="020B0604020202020204" pitchFamily="34" charset="0"/>
              </a:rPr>
              <a:t>елемента</a:t>
            </a: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00" dirty="0" err="1">
                <a:latin typeface="Arial" panose="020B0604020202020204" pitchFamily="34" charset="0"/>
                <a:cs typeface="Arial" panose="020B0604020202020204" pitchFamily="34" charset="0"/>
              </a:rPr>
              <a:t>колекції</a:t>
            </a: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 за </a:t>
            </a:r>
            <a:r>
              <a:rPr lang="ru-RU" sz="1000" dirty="0" err="1">
                <a:latin typeface="Arial" panose="020B0604020202020204" pitchFamily="34" charset="0"/>
                <a:cs typeface="Arial" panose="020B0604020202020204" pitchFamily="34" charset="0"/>
              </a:rPr>
              <a:t>допомогою</a:t>
            </a: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 циклу </a:t>
            </a:r>
            <a:r>
              <a:rPr lang="ru-RU" sz="1000" dirty="0" err="1">
                <a:latin typeface="Arial" panose="020B0604020202020204" pitchFamily="34" charset="0"/>
                <a:cs typeface="Arial" panose="020B0604020202020204" pitchFamily="34" charset="0"/>
              </a:rPr>
              <a:t>for-each</a:t>
            </a: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91840" y="646025"/>
            <a:ext cx="2560320" cy="1880461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0" name="Shape 8"/>
          <p:cNvSpPr/>
          <p:nvPr/>
        </p:nvSpPr>
        <p:spPr>
          <a:xfrm>
            <a:off x="3291840" y="646026"/>
            <a:ext cx="256032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1" name="Text 9"/>
          <p:cNvSpPr/>
          <p:nvPr/>
        </p:nvSpPr>
        <p:spPr>
          <a:xfrm>
            <a:off x="3429000" y="828906"/>
            <a:ext cx="320040" cy="320040"/>
          </a:xfrm>
          <a:prstGeom prst="ellipse">
            <a:avLst/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828906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200" b="1" dirty="0">
                <a:solidFill>
                  <a:srgbClr val="0F2557"/>
                </a:solidFill>
                <a:latin typeface="Arial" pitchFamily="34" charset="0"/>
                <a:cs typeface="Arial" pitchFamily="34" charset="-120"/>
              </a:rPr>
              <a:t>Стандартизація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1240386"/>
            <a:ext cx="2286000" cy="868679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t"/>
          <a:lstStyle/>
          <a:p>
            <a:pPr algn="just">
              <a:lnSpc>
                <a:spcPct val="120000"/>
              </a:lnSpc>
            </a:pPr>
            <a:r>
              <a:rPr lang="ru-RU" sz="1000" dirty="0" err="1"/>
              <a:t>Вивід</a:t>
            </a:r>
            <a:r>
              <a:rPr lang="ru-RU" sz="1000" dirty="0"/>
              <a:t> </a:t>
            </a:r>
            <a:r>
              <a:rPr lang="ru-RU" sz="1000" dirty="0" err="1"/>
              <a:t>результатів</a:t>
            </a:r>
            <a:r>
              <a:rPr lang="ru-RU" sz="1000" dirty="0"/>
              <a:t> у </a:t>
            </a:r>
            <a:r>
              <a:rPr lang="ru-RU" sz="1000" dirty="0" err="1"/>
              <a:t>вигляді</a:t>
            </a:r>
            <a:r>
              <a:rPr lang="ru-RU" sz="1000" dirty="0"/>
              <a:t> </a:t>
            </a:r>
            <a:r>
              <a:rPr lang="ru-RU" sz="1000" dirty="0" err="1"/>
              <a:t>маркованого</a:t>
            </a:r>
            <a:r>
              <a:rPr lang="ru-RU" sz="1000" dirty="0"/>
              <a:t> списку.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126480" y="646026"/>
            <a:ext cx="2560320" cy="18804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5" name="Shape 13"/>
          <p:cNvSpPr/>
          <p:nvPr/>
        </p:nvSpPr>
        <p:spPr>
          <a:xfrm>
            <a:off x="6126480" y="646026"/>
            <a:ext cx="2560320" cy="54864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6" name="Text 14"/>
          <p:cNvSpPr/>
          <p:nvPr/>
        </p:nvSpPr>
        <p:spPr>
          <a:xfrm>
            <a:off x="6263640" y="828906"/>
            <a:ext cx="320040" cy="320040"/>
          </a:xfrm>
          <a:prstGeom prst="ellipse">
            <a:avLst/>
          </a:prstGeom>
          <a:solidFill>
            <a:srgbClr val="0284C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75120" y="82890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200" b="1" dirty="0">
                <a:solidFill>
                  <a:srgbClr val="0F2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якості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1240386"/>
            <a:ext cx="2286000" cy="109728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t"/>
          <a:lstStyle/>
          <a:p>
            <a:pPr algn="just">
              <a:lnSpc>
                <a:spcPct val="120000"/>
              </a:lnSpc>
            </a:pPr>
            <a:r>
              <a:rPr lang="ru-RU" sz="1000" dirty="0" err="1"/>
              <a:t>Коректність</a:t>
            </a:r>
            <a:r>
              <a:rPr lang="ru-RU" sz="1000" dirty="0"/>
              <a:t> </a:t>
            </a:r>
            <a:r>
              <a:rPr lang="ru-RU" sz="1000" dirty="0" err="1"/>
              <a:t>відображення</a:t>
            </a:r>
            <a:r>
              <a:rPr lang="ru-RU" sz="1000" dirty="0"/>
              <a:t> </a:t>
            </a:r>
            <a:r>
              <a:rPr lang="ru-RU" sz="1000" dirty="0" err="1"/>
              <a:t>слів</a:t>
            </a:r>
            <a:r>
              <a:rPr lang="ru-RU" sz="1000" dirty="0"/>
              <a:t> </a:t>
            </a:r>
            <a:r>
              <a:rPr lang="ru-RU" sz="1000" dirty="0" err="1"/>
              <a:t>незалежно</a:t>
            </a:r>
            <a:r>
              <a:rPr lang="ru-RU" sz="1000" dirty="0"/>
              <a:t> </a:t>
            </a:r>
            <a:r>
              <a:rPr lang="ru-RU" sz="1000" dirty="0" err="1"/>
              <a:t>від</a:t>
            </a:r>
            <a:r>
              <a:rPr lang="ru-RU" sz="1000" dirty="0"/>
              <a:t> </a:t>
            </a:r>
            <a:r>
              <a:rPr lang="ru-RU" sz="1000" dirty="0" err="1"/>
              <a:t>їхньої</a:t>
            </a:r>
            <a:r>
              <a:rPr lang="ru-RU" sz="1000" dirty="0"/>
              <a:t> </a:t>
            </a:r>
            <a:r>
              <a:rPr lang="ru-RU" sz="1000" dirty="0" err="1"/>
              <a:t>мовної</a:t>
            </a:r>
            <a:r>
              <a:rPr lang="ru-RU" sz="1000" dirty="0"/>
              <a:t> </a:t>
            </a:r>
            <a:r>
              <a:rPr lang="ru-RU" sz="1000" dirty="0" err="1"/>
              <a:t>приналежності</a:t>
            </a:r>
            <a:r>
              <a:rPr lang="ru-RU" sz="1000" dirty="0"/>
              <a:t>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" y="2526489"/>
            <a:ext cx="8229600" cy="2159809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0" name="Shape 18"/>
          <p:cNvSpPr/>
          <p:nvPr/>
        </p:nvSpPr>
        <p:spPr>
          <a:xfrm>
            <a:off x="457200" y="2526490"/>
            <a:ext cx="8229600" cy="274320"/>
          </a:xfrm>
          <a:prstGeom prst="rect">
            <a:avLst/>
          </a:prstGeom>
          <a:solidFill>
            <a:srgbClr val="151E2D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21" name="Text 19"/>
          <p:cNvSpPr/>
          <p:nvPr/>
        </p:nvSpPr>
        <p:spPr>
          <a:xfrm>
            <a:off x="640080" y="252649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Lab3.</a:t>
            </a: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3033589"/>
            <a:ext cx="7863840" cy="1145607"/>
          </a:xfrm>
          <a:prstGeom prst="rect">
            <a:avLst/>
          </a:prstGeom>
          <a:noFill/>
          <a:ln/>
        </p:spPr>
        <p:txBody>
          <a:bodyPr wrap="square" lIns="38100" tIns="63500" rIns="63500" bIns="38100" rtlCol="0" anchor="t"/>
          <a:lstStyle/>
          <a:p>
            <a:pPr>
              <a:lnSpc>
                <a:spcPct val="120000"/>
              </a:lnSpc>
            </a:pPr>
            <a:r>
              <a:rPr lang="en-US" sz="10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</a:t>
            </a: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("Filtered and sorted words:");</a:t>
            </a: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(String w : </a:t>
            </a:r>
            <a:r>
              <a:rPr lang="en-US" sz="10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vowelWords</a:t>
            </a: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10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</a:t>
            </a: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("- " + w);</a:t>
            </a: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pic>
        <p:nvPicPr>
          <p:cNvPr id="23" name="Camera 22">
            <a:extLst>
              <a:ext uri="{FF2B5EF4-FFF2-40B4-BE49-F238E27FC236}">
                <a16:creationId xmlns:a16="http://schemas.microsoft.com/office/drawing/2014/main" id="{2DE383BA-C3DA-9AAF-A513-F3E565DB61B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  <a:ln w="19050" cap="rnd">
            <a:solidFill>
              <a:srgbClr val="0F2557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557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Демонстрація роботи програми та висновки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726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2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Набуті навички: </a:t>
            </a:r>
            <a:r>
              <a:rPr lang="uk-UA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використання методів </a:t>
            </a: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String, </a:t>
            </a:r>
            <a:r>
              <a:rPr lang="uk-UA" sz="1200" dirty="0" err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токенізація</a:t>
            </a:r>
            <a:r>
              <a:rPr lang="uk-UA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тексту, створення компараторів для сортування за специфічними внутрішніми індексами елементів, створення гнучкого та захищеного від помилок коду для обробки текстової інформації.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7680960" cy="292608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uk-UA"/>
          </a:p>
        </p:txBody>
      </p:sp>
      <p:sp>
        <p:nvSpPr>
          <p:cNvPr id="6" name="Shape 4"/>
          <p:cNvSpPr/>
          <p:nvPr/>
        </p:nvSpPr>
        <p:spPr>
          <a:xfrm>
            <a:off x="4023360" y="2651760"/>
            <a:ext cx="1097280" cy="1097280"/>
          </a:xfrm>
          <a:prstGeom prst="ellipse">
            <a:avLst/>
          </a:prstGeom>
          <a:solidFill>
            <a:srgbClr val="0F2557">
              <a:alpha val="85000"/>
            </a:srgbClr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7" name="Text 5"/>
          <p:cNvSpPr/>
          <p:nvPr/>
        </p:nvSpPr>
        <p:spPr>
          <a:xfrm>
            <a:off x="4023360" y="26517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371600" y="3931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MP4 VIDEO DEMO HERE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4251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Вставте відео-демонстрацію виконання програми з консольним виводом результату</a:t>
            </a:r>
            <a:endParaRPr lang="en-US" sz="1000" dirty="0"/>
          </a:p>
        </p:txBody>
      </p:sp>
      <p:pic>
        <p:nvPicPr>
          <p:cNvPr id="10" name="Camera 9">
            <a:extLst>
              <a:ext uri="{FF2B5EF4-FFF2-40B4-BE49-F238E27FC236}">
                <a16:creationId xmlns:a16="http://schemas.microsoft.com/office/drawing/2014/main" id="{C762673D-4947-16E8-C6EA-DC681815D754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  <a:ln w="19050" cap="rnd">
            <a:solidFill>
              <a:srgbClr val="0F2557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611</Words>
  <Application>Microsoft Office PowerPoint</Application>
  <PresentationFormat>On-screen Show (16:9)</PresentationFormat>
  <Paragraphs>96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Consolas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Ірина Огій</dc:creator>
  <cp:lastModifiedBy>Ірина Огій</cp:lastModifiedBy>
  <cp:revision>1</cp:revision>
  <dcterms:created xsi:type="dcterms:W3CDTF">2026-05-21T18:56:29Z</dcterms:created>
  <dcterms:modified xsi:type="dcterms:W3CDTF">2026-05-22T16:41:34Z</dcterms:modified>
</cp:coreProperties>
</file>
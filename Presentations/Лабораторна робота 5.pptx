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0F2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B2-22F3-4B75-A490-893501F1415D}" v="20" dt="2026-05-21T19:31:01.788"/>
    <p1510:client id="{5B1E222B-5A7C-4333-A7D7-7F46155A0C6D}" v="14" dt="2026-05-22T09:12:43.689"/>
    <p1510:client id="{C37F4CAF-CDC8-434F-A469-F524AA177900}" v="15" dt="2026-05-22T10:02:59.902"/>
    <p1510:client id="{D82B0C93-220D-4D33-94B3-BBE678A568B8}" v="17" dt="2026-05-21T20:55:56.167"/>
    <p1510:client id="{FD46B6EE-A01C-4F34-818D-EED0A21BECAB}" v="26" dt="2026-05-21T20:36:45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Ірина Огій" userId="f6a618ddc3b978aa" providerId="LiveId" clId="{629983A2-27F5-41FC-A51D-744050E8C04A}"/>
    <pc:docChg chg="undo custSel modSld sldOrd">
      <pc:chgData name="Ірина Огій" userId="f6a618ddc3b978aa" providerId="LiveId" clId="{629983A2-27F5-41FC-A51D-744050E8C04A}" dt="2026-05-22T16:57:36.924" v="4436" actId="14100"/>
      <pc:docMkLst>
        <pc:docMk/>
      </pc:docMkLst>
      <pc:sldChg chg="addSp modSp mod modTransition">
        <pc:chgData name="Ірина Огій" userId="f6a618ddc3b978aa" providerId="LiveId" clId="{629983A2-27F5-41FC-A51D-744050E8C04A}" dt="2026-05-22T16:00:44.467" v="4055" actId="20577"/>
        <pc:sldMkLst>
          <pc:docMk/>
          <pc:sldMk cId="0" sldId="256"/>
        </pc:sldMkLst>
        <pc:spChg chg="mod">
          <ac:chgData name="Ірина Огій" userId="f6a618ddc3b978aa" providerId="LiveId" clId="{629983A2-27F5-41FC-A51D-744050E8C04A}" dt="2026-05-22T16:00:44.467" v="405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23:40.937" v="3409" actId="20577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3:25.873" v="1697" actId="208"/>
          <ac:picMkLst>
            <pc:docMk/>
            <pc:sldMk cId="0" sldId="256"/>
            <ac:picMk id="9" creationId="{B8DE2AA4-F724-153A-1D74-03462479DBCE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54:23.688" v="4402" actId="1076"/>
        <pc:sldMkLst>
          <pc:docMk/>
          <pc:sldMk cId="0" sldId="257"/>
        </pc:sldMkLst>
        <pc:spChg chg="mod">
          <ac:chgData name="Ірина Огій" userId="f6a618ddc3b978aa" providerId="LiveId" clId="{629983A2-27F5-41FC-A51D-744050E8C04A}" dt="2026-05-22T09:39:48.155" v="346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4:19.693" v="440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43:11.876" v="356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44:31.724" v="3671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54:23.688" v="4402" actId="1076"/>
          <ac:spMkLst>
            <pc:docMk/>
            <pc:sldMk cId="0" sldId="257"/>
            <ac:spMk id="11" creationId="{61994C63-0DD5-9FD4-7272-18D01A61052E}"/>
          </ac:spMkLst>
        </pc:spChg>
        <pc:graphicFrameChg chg="del mod modGraphic">
          <ac:chgData name="Ірина Огій" userId="f6a618ddc3b978aa" providerId="LiveId" clId="{629983A2-27F5-41FC-A51D-744050E8C04A}" dt="2026-05-22T09:37:17.518" v="3422" actId="21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add del mod">
          <ac:chgData name="Ірина Огій" userId="f6a618ddc3b978aa" providerId="LiveId" clId="{629983A2-27F5-41FC-A51D-744050E8C04A}" dt="2026-05-21T20:06:17.155" v="705" actId="21"/>
          <ac:picMkLst>
            <pc:docMk/>
            <pc:sldMk cId="0" sldId="257"/>
            <ac:picMk id="10" creationId="{0825EA6C-F2CA-1B87-49E7-8B3137596670}"/>
          </ac:picMkLst>
        </pc:picChg>
        <pc:picChg chg="add del mod">
          <ac:chgData name="Ірина Огій" userId="f6a618ddc3b978aa" providerId="LiveId" clId="{629983A2-27F5-41FC-A51D-744050E8C04A}" dt="2026-05-22T09:43:31.474" v="3564" actId="21"/>
          <ac:picMkLst>
            <pc:docMk/>
            <pc:sldMk cId="0" sldId="257"/>
            <ac:picMk id="12" creationId="{9C9CBF23-E5FF-391A-48BD-2829C8D1E3AE}"/>
          </ac:picMkLst>
        </pc:picChg>
        <pc:picChg chg="add mod">
          <ac:chgData name="Ірина Огій" userId="f6a618ddc3b978aa" providerId="LiveId" clId="{629983A2-27F5-41FC-A51D-744050E8C04A}" dt="2026-05-22T09:43:48.900" v="3566" actId="1076"/>
          <ac:picMkLst>
            <pc:docMk/>
            <pc:sldMk cId="0" sldId="257"/>
            <ac:picMk id="13" creationId="{A57F5716-3534-97D0-69A5-7E0E0C473773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55:09.593" v="4412" actId="20577"/>
        <pc:sldMkLst>
          <pc:docMk/>
          <pc:sldMk cId="0" sldId="258"/>
        </pc:sldMkLst>
        <pc:spChg chg="mod">
          <ac:chgData name="Ірина Огій" userId="f6a618ddc3b978aa" providerId="LiveId" clId="{629983A2-27F5-41FC-A51D-744050E8C04A}" dt="2026-05-22T09:46:34.565" v="3703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19:19:55.609" v="219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4:58.386" v="4410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4:45.652" v="440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4:45.652" v="440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5:09.593" v="4412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4:45.652" v="4406" actId="1076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2T16:55:01.663" v="4411" actId="14100"/>
          <ac:picMkLst>
            <pc:docMk/>
            <pc:sldMk cId="0" sldId="258"/>
            <ac:picMk id="4" creationId="{49847BB2-B4E6-16C5-B7E2-73345823163D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56:32.214" v="4421" actId="20577"/>
        <pc:sldMkLst>
          <pc:docMk/>
          <pc:sldMk cId="0" sldId="259"/>
        </pc:sldMkLst>
        <pc:spChg chg="mod">
          <ac:chgData name="Ірина Огій" userId="f6a618ddc3b978aa" providerId="LiveId" clId="{629983A2-27F5-41FC-A51D-744050E8C04A}" dt="2026-05-22T09:52:01.810" v="376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5:47.209" v="441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5:47.209" v="4416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6:32.214" v="4421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5:47.209" v="4416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25:19.692" v="263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6:00.203" v="4419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21.938" v="1710" actId="208"/>
          <ac:picMkLst>
            <pc:docMk/>
            <pc:sldMk cId="0" sldId="259"/>
            <ac:picMk id="8" creationId="{DE0D759F-95B0-6CCF-4F81-90EEAAB79630}"/>
          </ac:picMkLst>
        </pc:picChg>
      </pc:sldChg>
      <pc:sldChg chg="addSp delSp modSp mod ord modTransition">
        <pc:chgData name="Ірина Огій" userId="f6a618ddc3b978aa" providerId="LiveId" clId="{629983A2-27F5-41FC-A51D-744050E8C04A}" dt="2026-05-22T16:57:36.924" v="4436" actId="14100"/>
        <pc:sldMkLst>
          <pc:docMk/>
          <pc:sldMk cId="0" sldId="260"/>
        </pc:sldMkLst>
        <pc:spChg chg="mod">
          <ac:chgData name="Ірина Огій" userId="f6a618ddc3b978aa" providerId="LiveId" clId="{629983A2-27F5-41FC-A51D-744050E8C04A}" dt="2026-05-22T10:01:20.732" v="3912" actId="20577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Ірина Огій" userId="f6a618ddc3b978aa" providerId="LiveId" clId="{629983A2-27F5-41FC-A51D-744050E8C04A}" dt="2026-05-22T09:58:07.327" v="3849" actId="21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05.235" v="3848" actId="21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05.235" v="3848" actId="21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05.235" v="3848" actId="21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05.235" v="3848" actId="21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2T09:58:12.144" v="3850" actId="2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7:17.025" v="443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7:17.025" v="4431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7:17.025" v="4431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7:17.025" v="4431" actId="1076"/>
          <ac:spMkLst>
            <pc:docMk/>
            <pc:sldMk cId="0" sldId="260"/>
            <ac:spMk id="22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57:28.373" v="4433" actId="1076"/>
          <ac:spMkLst>
            <pc:docMk/>
            <pc:sldMk cId="0" sldId="260"/>
            <ac:spMk id="25" creationId="{81B4DA1D-285E-1699-E7C9-CAC87098EAE0}"/>
          </ac:spMkLst>
        </pc:spChg>
        <pc:picChg chg="add mod">
          <ac:chgData name="Ірина Огій" userId="f6a618ddc3b978aa" providerId="LiveId" clId="{629983A2-27F5-41FC-A51D-744050E8C04A}" dt="2026-05-22T16:57:36.924" v="4436" actId="14100"/>
          <ac:picMkLst>
            <pc:docMk/>
            <pc:sldMk cId="0" sldId="260"/>
            <ac:picMk id="23" creationId="{2DE383BA-C3DA-9AAF-A513-F3E565DB61B2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56:53.880" v="4427" actId="1076"/>
        <pc:sldMkLst>
          <pc:docMk/>
          <pc:sldMk cId="0" sldId="261"/>
        </pc:sldMkLst>
        <pc:spChg chg="mod">
          <ac:chgData name="Ірина Огій" userId="f6a618ddc3b978aa" providerId="LiveId" clId="{629983A2-27F5-41FC-A51D-744050E8C04A}" dt="2026-05-22T09:55:58.110" v="3830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47.555" v="1230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1.688" v="1231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4.853" v="123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8.821" v="1233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1:01.516" v="1234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08.051" v="1236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31:50.880" v="475" actId="21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09:55:08.336" v="3802" actId="1076"/>
          <ac:spMkLst>
            <pc:docMk/>
            <pc:sldMk cId="0" sldId="261"/>
            <ac:spMk id="10" creationId="{F9FDA9D6-78E9-B189-6998-D0473643789C}"/>
          </ac:spMkLst>
        </pc:spChg>
        <pc:spChg chg="mod">
          <ac:chgData name="Ірина Огій" userId="f6a618ddc3b978aa" providerId="LiveId" clId="{629983A2-27F5-41FC-A51D-744050E8C04A}" dt="2026-05-22T16:56:53.880" v="4427" actId="1076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09:55:08.336" v="3802" actId="1076"/>
          <ac:spMkLst>
            <pc:docMk/>
            <pc:sldMk cId="0" sldId="261"/>
            <ac:spMk id="14" creationId="{5BC3E357-CE91-DBF5-0CB0-D68D979746C8}"/>
          </ac:spMkLst>
        </pc:spChg>
        <pc:spChg chg="add mod">
          <ac:chgData name="Ірина Огій" userId="f6a618ddc3b978aa" providerId="LiveId" clId="{629983A2-27F5-41FC-A51D-744050E8C04A}" dt="2026-05-22T16:56:39.687" v="4423" actId="20577"/>
          <ac:spMkLst>
            <pc:docMk/>
            <pc:sldMk cId="0" sldId="261"/>
            <ac:spMk id="15" creationId="{9BA6B7B0-6448-0180-75E4-7F40CEF5A16A}"/>
          </ac:spMkLst>
        </pc:spChg>
        <pc:spChg chg="add mod">
          <ac:chgData name="Ірина Огій" userId="f6a618ddc3b978aa" providerId="LiveId" clId="{629983A2-27F5-41FC-A51D-744050E8C04A}" dt="2026-05-22T16:07:32.818" v="4296" actId="14100"/>
          <ac:spMkLst>
            <pc:docMk/>
            <pc:sldMk cId="0" sldId="261"/>
            <ac:spMk id="16" creationId="{9FBB970E-B8C0-9218-7FCE-91C02C9303C2}"/>
          </ac:spMkLst>
        </pc:spChg>
        <pc:picChg chg="add mod">
          <ac:chgData name="Ірина Огій" userId="f6a618ddc3b978aa" providerId="LiveId" clId="{629983A2-27F5-41FC-A51D-744050E8C04A}" dt="2026-05-21T20:34:40.838" v="1716" actId="1076"/>
          <ac:picMkLst>
            <pc:docMk/>
            <pc:sldMk cId="0" sldId="261"/>
            <ac:picMk id="17" creationId="{9AA13CC4-CA39-EB06-241F-798E5ED84E38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0:03:11.399" v="4053" actId="207"/>
        <pc:sldMkLst>
          <pc:docMk/>
          <pc:sldMk cId="0" sldId="262"/>
        </pc:sldMkLst>
        <pc:spChg chg="mod">
          <ac:chgData name="Ірина Огій" userId="f6a618ddc3b978aa" providerId="LiveId" clId="{629983A2-27F5-41FC-A51D-744050E8C04A}" dt="2026-05-22T10:03:11.399" v="4053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9:04.319" v="3327" actId="14100"/>
          <ac:spMkLst>
            <pc:docMk/>
            <pc:sldMk cId="0" sldId="262"/>
            <ac:spMk id="5" creationId="{00000000-0000-0000-0000-000000000000}"/>
          </ac:spMkLst>
        </pc:spChg>
        <pc:picChg chg="add del mod">
          <ac:chgData name="Ірина Огій" userId="f6a618ddc3b978aa" providerId="LiveId" clId="{629983A2-27F5-41FC-A51D-744050E8C04A}" dt="2026-05-21T19:43:57.577" v="511" actId="21"/>
          <ac:picMkLst>
            <pc:docMk/>
            <pc:sldMk cId="0" sldId="262"/>
            <ac:picMk id="10" creationId="{693E7BC9-AF57-6978-CA20-55005E41823A}"/>
          </ac:picMkLst>
        </pc:picChg>
        <pc:picChg chg="add mod">
          <ac:chgData name="Ірина Огій" userId="f6a618ddc3b978aa" providerId="LiveId" clId="{629983A2-27F5-41FC-A51D-744050E8C04A}" dt="2026-05-21T20:35:03.381" v="1722" actId="208"/>
          <ac:picMkLst>
            <pc:docMk/>
            <pc:sldMk cId="0" sldId="262"/>
            <ac:picMk id="10" creationId="{C762673D-4947-16E8-C6EA-DC681815D7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2377440"/>
          </a:xfrm>
          <a:prstGeom prst="rect">
            <a:avLst/>
          </a:prstGeom>
          <a:solidFill>
            <a:srgbClr val="0F255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№5: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Відношення між класами в мові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500" dirty="0">
                <a:solidFill>
                  <a:srgbClr val="00B4D8"/>
                </a:solidFill>
                <a:latin typeface="Arial" pitchFamily="34" charset="0"/>
                <a:cs typeface="Arial" pitchFamily="34" charset="-120"/>
              </a:rPr>
              <a:t>Модифікація Лабораторної роботи №3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46888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uk-UA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Виконала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Огій Ірина Вадимівна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ІО-з51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B8DE2AA4-F724-153A-1D74-03462479DB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Архітектура об’єктної моделі тексту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71544"/>
            <a:ext cx="5228435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617405" y="1082170"/>
            <a:ext cx="4908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Ієрархія композиції: Текст – Речення – Слово – Буква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Text -&gt; Sentence -&gt; Word -&gt; Letter</a:t>
            </a:r>
            <a:r>
              <a:rPr lang="uk-UA" sz="1100" dirty="0">
                <a:solidFill>
                  <a:srgbClr val="64748B"/>
                </a:solidFill>
              </a:rPr>
              <a:t>  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94C63-0DD5-9FD4-7272-18D01A61052E}"/>
              </a:ext>
            </a:extLst>
          </p:cNvPr>
          <p:cNvSpPr txBox="1"/>
          <p:nvPr/>
        </p:nvSpPr>
        <p:spPr>
          <a:xfrm>
            <a:off x="1026840" y="1566874"/>
            <a:ext cx="40891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US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Letter: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Атомарний символ тексту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char).</a:t>
            </a:r>
            <a:endParaRPr lang="uk-U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uk-U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US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Масив об'єктів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Letter[].</a:t>
            </a:r>
            <a:endParaRPr lang="uk-U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uk-U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US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Sentence: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Гетерогенний масив слів та розділових знаків.</a:t>
            </a:r>
          </a:p>
          <a:p>
            <a:pPr algn="just"/>
            <a:endParaRPr lang="uk-U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 </a:t>
            </a:r>
            <a:r>
              <a:rPr lang="en-US" sz="12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Text: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Масив об'єктів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Sentence[].</a:t>
            </a:r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A57F5716-3534-97D0-69A5-7E0E0C47377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9216" y="1356704"/>
            <a:ext cx="1929384" cy="1929384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-8549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Реалізація класів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Letter </a:t>
            </a: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та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Word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0111"/>
            <a:ext cx="3931920" cy="1683277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Інкапсуляція: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Символ приховано всередині класу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Letter.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Конструктор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Приймає рядок та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динамічно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ініціалізує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масив об'єктів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Letter[].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Перевизначення</a:t>
            </a: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toString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Використання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StringBuilder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для відновлення текстового значення слова.</a:t>
            </a:r>
          </a:p>
        </p:txBody>
      </p:sp>
      <p:sp>
        <p:nvSpPr>
          <p:cNvPr id="6" name="Shape 4"/>
          <p:cNvSpPr/>
          <p:nvPr/>
        </p:nvSpPr>
        <p:spPr>
          <a:xfrm>
            <a:off x="4836658" y="877228"/>
            <a:ext cx="4023360" cy="416628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836658" y="877228"/>
            <a:ext cx="40233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5019538" y="8772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</a:rPr>
              <a:t>5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.java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19538" y="1288708"/>
            <a:ext cx="3657600" cy="361188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Letter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char value;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Letter(char value) {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this.value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value;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char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getValue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return value;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Word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Letter[] letters;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Word(String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wordStr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this.letters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Letter[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wordStr.length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()];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wordStr.length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this.letters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new Letter(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wordStr.charAt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StringBuilder sb = new StringBuilder();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(Letter l : letters)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sb.append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l.getValue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sb.toString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9847BB2-B4E6-16C5-B7E2-7334582316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8" y="3514304"/>
            <a:ext cx="1529206" cy="1529206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Конструкція класу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Sentence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9393" y="889606"/>
            <a:ext cx="4072445" cy="419217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219393" y="889606"/>
            <a:ext cx="4072443" cy="3066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02271" y="889606"/>
            <a:ext cx="3530649" cy="306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Lab5.java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2273" y="1121396"/>
            <a:ext cx="3766760" cy="3826411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Sentence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Object[] elements;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Зберігає і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об’єкти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Word,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 розділові знаки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Sentence(String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tokens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sentenceStr.split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("(?=[\\s,;.!?-])|(?&lt;=[\\s,;.!?-])");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this.elements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Object[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(tokens[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].matches("[\\s,;.!?-]+"))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this.elements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tokens[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else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this.elements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new Word(tokens[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List&lt;Word&gt;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List&lt;Word&gt;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wordsList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(Object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elements)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Word)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wordsList.add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((Word)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wordsList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912506"/>
            <a:ext cx="3931920" cy="1793116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Масив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Object[]: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Дозволяє реченню одночасно містити об'єкти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Word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та знаки пунктуації.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Складний 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Розрізає текст, зберігаючи розділові знаки окремими токенами.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getWords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Вилучає суто об'єкти слів з речення для подальшого сортування.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DE0D759F-95B0-6CCF-4F81-90EEAAB7963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Клас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Text </a:t>
            </a: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та нормалізація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0985" y="1827040"/>
            <a:ext cx="4099933" cy="1675815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Вимога завдання: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Реалізація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replaceAll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("[\\t ]+", " ").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Стиснення даних: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Будь-яка послідовність пробілів та табуляцій згортається в один пробіл.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Каскадне створення: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Об'єкт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ініціалізує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масив речень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Sentence[],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запускаючи побудову дерева об'єктів.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9FDA9D6-78E9-B189-6998-D0473643789C}"/>
              </a:ext>
            </a:extLst>
          </p:cNvPr>
          <p:cNvSpPr/>
          <p:nvPr/>
        </p:nvSpPr>
        <p:spPr>
          <a:xfrm>
            <a:off x="4382429" y="879629"/>
            <a:ext cx="4590586" cy="418881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BC3E357-CE91-DBF5-0CB0-D68D979746C8}"/>
              </a:ext>
            </a:extLst>
          </p:cNvPr>
          <p:cNvSpPr/>
          <p:nvPr/>
        </p:nvSpPr>
        <p:spPr>
          <a:xfrm>
            <a:off x="4382429" y="879629"/>
            <a:ext cx="4590586" cy="305392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BA6B7B0-6448-0180-75E4-7F40CEF5A16A}"/>
              </a:ext>
            </a:extLst>
          </p:cNvPr>
          <p:cNvSpPr/>
          <p:nvPr/>
        </p:nvSpPr>
        <p:spPr>
          <a:xfrm>
            <a:off x="4572000" y="886496"/>
            <a:ext cx="3815149" cy="305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Lab5.java </a:t>
            </a:r>
            <a:endParaRPr lang="en-US" sz="9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FBB970E-B8C0-9218-7FCE-91C02C9303C2}"/>
              </a:ext>
            </a:extLst>
          </p:cNvPr>
          <p:cNvSpPr/>
          <p:nvPr/>
        </p:nvSpPr>
        <p:spPr>
          <a:xfrm>
            <a:off x="4502330" y="1179086"/>
            <a:ext cx="4387422" cy="3734885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Text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Sentence[] sentences;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Text(String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rawInput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Вимога нормалізації тексту: заміна пробілів та табуляцій на один пробіл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normalizedText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rawInput.replaceAll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("[\\t ]+", " ");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sentenceStrings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normalizedText.split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("(?&lt;=[.!?])\\s*");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this.sentences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Sentence[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sentenceStrings.length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sentenceStrings.length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this.sentences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new Sentence(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sentenceStrings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List&lt;Word&gt;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List&lt;Word&gt;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(Sentence s : sentences)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allWords.addAll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s.getWords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9AA13CC4-CA39-EB06-241F-798E5ED84E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73" y="3798849"/>
            <a:ext cx="1306548" cy="1306548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Виконання дії з Лабораторної роботи №3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2599" y="924969"/>
            <a:ext cx="4813610" cy="4100237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112599" y="924969"/>
            <a:ext cx="4813610" cy="270587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12567" y="924969"/>
            <a:ext cx="4513642" cy="270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Lab5.java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1354" y="1218452"/>
            <a:ext cx="4630730" cy="381074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20000"/>
              </a:lnSpc>
            </a:pP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Виконання дії з Лабораторної №3 за допомогою нових класів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List&lt;Word&gt;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filteredWords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vowels = "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aeiouyAEIOUY</a:t>
            </a:r>
            <a:r>
              <a:rPr lang="uk-UA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аеєиіїоуюяАЕЄИІЇОУЮЯ</a:t>
            </a:r>
            <a:r>
              <a:rPr lang="uk-UA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</a:p>
          <a:p>
            <a:pPr>
              <a:lnSpc>
                <a:spcPct val="120000"/>
              </a:lnSpc>
            </a:pPr>
            <a:endParaRPr lang="uk-UA" sz="10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(Word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text.getAllWords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word.toString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wStr.isEmpty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&amp;&amp;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vowels.indexOf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wStr.charAt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(0)) != -1)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filteredWords.add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lnSpc>
                <a:spcPct val="120000"/>
              </a:lnSpc>
            </a:pPr>
            <a:endParaRPr lang="en-US" sz="10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filteredWords.sort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((w1, w2) -&gt;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s1 = w1.toString(); String s2 = w2.toString();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c1 = (s1.length() &gt; 1) ? s1.charAt(1) : s1.charAt(0);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c2 = (s2.length() &gt; 1) ? s2.charAt(1) : s2.charAt(0);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Character.compare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Character.toLowerCase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(c1),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Character.toLowerCase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(c2));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pic>
        <p:nvPicPr>
          <p:cNvPr id="23" name="Camera 22">
            <a:extLst>
              <a:ext uri="{FF2B5EF4-FFF2-40B4-BE49-F238E27FC236}">
                <a16:creationId xmlns:a16="http://schemas.microsoft.com/office/drawing/2014/main" id="{2DE383BA-C3DA-9AAF-A513-F3E565DB61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0708" y="3431607"/>
            <a:ext cx="1610693" cy="1610693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1B4DA1D-285E-1699-E7C9-CAC87098EAE0}"/>
              </a:ext>
            </a:extLst>
          </p:cNvPr>
          <p:cNvSpPr txBox="1"/>
          <p:nvPr/>
        </p:nvSpPr>
        <p:spPr>
          <a:xfrm>
            <a:off x="5094964" y="1507999"/>
            <a:ext cx="369376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Пункт 2 завдання: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Виконання дії з Лаби №3 за допомогою створених нових класів.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Збір даних: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Вилучення слів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Word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з усього об'єктного дерева тексту.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Фільтрація та компаратор: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Відбір слів на голосну літеру та сортування за другою літерою без урахування регістру літер.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роботи програми та висновки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20000"/>
              </a:lnSpc>
            </a:pP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Набуті навички: 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опановано відношення композиції між класами, реалізовано стійку нормалізацію вхідних даних через регулярні вирази, відповідність коду стандартам </a:t>
            </a: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Java Style Guide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925444"/>
            <a:ext cx="7680960" cy="2829436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023360" y="2651760"/>
            <a:ext cx="1097280" cy="1097280"/>
          </a:xfrm>
          <a:prstGeom prst="ellipse">
            <a:avLst/>
          </a:prstGeom>
          <a:solidFill>
            <a:srgbClr val="0F2557">
              <a:alpha val="85000"/>
            </a:srgbClr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MP4 VIDEO DEMO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Вставте відео-демонстрацію виконання програми з консольним виводом результату</a:t>
            </a:r>
            <a:endParaRPr lang="en-US" sz="10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C762673D-4947-16E8-C6EA-DC681815D7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949</Words>
  <Application>Microsoft Office PowerPoint</Application>
  <PresentationFormat>On-screen Show (16:9)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Ірина Огій</dc:creator>
  <cp:lastModifiedBy>Ірина Огій</cp:lastModifiedBy>
  <cp:revision>1</cp:revision>
  <dcterms:created xsi:type="dcterms:W3CDTF">2026-05-21T18:56:29Z</dcterms:created>
  <dcterms:modified xsi:type="dcterms:W3CDTF">2026-05-22T16:57:37Z</dcterms:modified>
</cp:coreProperties>
</file>
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5E9"/>
    <a:srgbClr val="0F2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B2-22F3-4B75-A490-893501F1415D}" v="30" dt="2026-05-22T12:09:15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Ірина Огій" userId="f6a618ddc3b978aa" providerId="LiveId" clId="{629983A2-27F5-41FC-A51D-744050E8C04A}"/>
    <pc:docChg chg="undo custSel modSld">
      <pc:chgData name="Ірина Огій" userId="f6a618ddc3b978aa" providerId="LiveId" clId="{629983A2-27F5-41FC-A51D-744050E8C04A}" dt="2026-05-22T16:38:46.428" v="1119" actId="123"/>
      <pc:docMkLst>
        <pc:docMk/>
      </pc:docMkLst>
      <pc:sldChg chg="addSp modSp mod modTransition">
        <pc:chgData name="Ірина Огій" userId="f6a618ddc3b978aa" providerId="LiveId" clId="{629983A2-27F5-41FC-A51D-744050E8C04A}" dt="2026-05-21T20:38:50.610" v="563" actId="1076"/>
        <pc:sldMkLst>
          <pc:docMk/>
          <pc:sldMk cId="0" sldId="256"/>
        </pc:sldMkLst>
        <pc:picChg chg="add mod">
          <ac:chgData name="Ірина Огій" userId="f6a618ddc3b978aa" providerId="LiveId" clId="{629983A2-27F5-41FC-A51D-744050E8C04A}" dt="2026-05-21T20:38:50.610" v="563" actId="1076"/>
          <ac:picMkLst>
            <pc:docMk/>
            <pc:sldMk cId="0" sldId="256"/>
            <ac:picMk id="9" creationId="{942B953B-7B40-22DB-A14D-53D60D9BB6DA}"/>
          </ac:picMkLst>
        </pc:picChg>
      </pc:sldChg>
      <pc:sldChg chg="addSp modSp mod modTransition">
        <pc:chgData name="Ірина Огій" userId="f6a618ddc3b978aa" providerId="LiveId" clId="{629983A2-27F5-41FC-A51D-744050E8C04A}" dt="2026-05-22T16:15:25.714" v="1113" actId="20577"/>
        <pc:sldMkLst>
          <pc:docMk/>
          <pc:sldMk cId="0" sldId="257"/>
        </pc:sldMkLst>
        <pc:spChg chg="mod">
          <ac:chgData name="Ірина Огій" userId="f6a618ddc3b978aa" providerId="LiveId" clId="{629983A2-27F5-41FC-A51D-744050E8C04A}" dt="2026-05-21T19:55:15.458" v="516" actId="20577"/>
          <ac:spMkLst>
            <pc:docMk/>
            <pc:sldMk cId="0" sldId="257"/>
            <ac:spMk id="9" creationId="{00000000-0000-0000-0000-000000000000}"/>
          </ac:spMkLst>
        </pc:spChg>
        <pc:graphicFrameChg chg="modGraphic">
          <ac:chgData name="Ірина Огій" userId="f6a618ddc3b978aa" providerId="LiveId" clId="{629983A2-27F5-41FC-A51D-744050E8C04A}" dt="2026-05-22T16:15:25.714" v="1113" actId="20577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add mod">
          <ac:chgData name="Ірина Огій" userId="f6a618ddc3b978aa" providerId="LiveId" clId="{629983A2-27F5-41FC-A51D-744050E8C04A}" dt="2026-05-21T20:38:58.301" v="566" actId="208"/>
          <ac:picMkLst>
            <pc:docMk/>
            <pc:sldMk cId="0" sldId="257"/>
            <ac:picMk id="7" creationId="{456AA006-F9A8-1DE0-C8D6-D094F3EB0863}"/>
          </ac:picMkLst>
        </pc:picChg>
        <pc:picChg chg="add mod">
          <ac:chgData name="Ірина Огій" userId="f6a618ddc3b978aa" providerId="LiveId" clId="{629983A2-27F5-41FC-A51D-744050E8C04A}" dt="2026-05-21T19:36:04.029" v="489" actId="1076"/>
          <ac:picMkLst>
            <pc:docMk/>
            <pc:sldMk cId="0" sldId="257"/>
            <ac:picMk id="10" creationId="{0825EA6C-F2CA-1B87-49E7-8B3137596670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14:00.473" v="1106" actId="123"/>
        <pc:sldMkLst>
          <pc:docMk/>
          <pc:sldMk cId="0" sldId="258"/>
        </pc:sldMkLst>
        <pc:spChg chg="mod">
          <ac:chgData name="Ірина Огій" userId="f6a618ddc3b978aa" providerId="LiveId" clId="{629983A2-27F5-41FC-A51D-744050E8C04A}" dt="2026-05-21T19:05:31.822" v="122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19:19:55.609" v="219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4:00.473" v="1106" actId="123"/>
          <ac:spMkLst>
            <pc:docMk/>
            <pc:sldMk cId="0" sldId="258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2:38.221" v="109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2:38.221" v="109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2:38.221" v="109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2:38.221" v="1096" actId="1076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2T16:12:27.238" v="1095" actId="14100"/>
          <ac:picMkLst>
            <pc:docMk/>
            <pc:sldMk cId="0" sldId="258"/>
            <ac:picMk id="4" creationId="{C0EE9D20-D17C-BA5F-95BC-2BD0947DB1BF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13:51.623" v="1105" actId="1076"/>
        <pc:sldMkLst>
          <pc:docMk/>
          <pc:sldMk cId="0" sldId="259"/>
        </pc:sldMkLst>
        <pc:spChg chg="mod">
          <ac:chgData name="Ірина Огій" userId="f6a618ddc3b978aa" providerId="LiveId" clId="{629983A2-27F5-41FC-A51D-744050E8C04A}" dt="2026-05-21T19:22:55.184" v="230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3:44.606" v="110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3:44.606" v="1104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3:44.606" v="110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3:44.606" v="1104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25:19.692" v="263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3:51.623" v="1105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2T16:13:30.586" v="1102" actId="1076"/>
          <ac:picMkLst>
            <pc:docMk/>
            <pc:sldMk cId="0" sldId="259"/>
            <ac:picMk id="8" creationId="{88CC504A-1448-5EC1-2EC0-6B1F805E351D}"/>
          </ac:picMkLst>
        </pc:picChg>
      </pc:sldChg>
      <pc:sldChg chg="addSp modSp mod modTransition">
        <pc:chgData name="Ірина Огій" userId="f6a618ddc3b978aa" providerId="LiveId" clId="{629983A2-27F5-41FC-A51D-744050E8C04A}" dt="2026-05-22T16:17:04.273" v="1117" actId="207"/>
        <pc:sldMkLst>
          <pc:docMk/>
          <pc:sldMk cId="0" sldId="260"/>
        </pc:sldMkLst>
        <pc:spChg chg="mod">
          <ac:chgData name="Ірина Огій" userId="f6a618ddc3b978aa" providerId="LiveId" clId="{629983A2-27F5-41FC-A51D-744050E8C04A}" dt="2026-05-21T19:25:32.840" v="27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11:27.453" v="16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6:25.329" v="298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6:53.529" v="303" actId="123"/>
          <ac:spMkLst>
            <pc:docMk/>
            <pc:sldMk cId="0" sldId="260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11:36.251" v="165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7:14.276" v="339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7:39.104" v="343" actId="12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11:40.094" v="166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7:03.547" v="1116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7:04.273" v="1117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8:20.184" v="379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28:55.851" v="385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9:11.594" v="159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9:11.594" v="159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55.064" v="551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16:12.929" v="1080" actId="20577"/>
          <ac:spMkLst>
            <pc:docMk/>
            <pc:sldMk cId="0" sldId="260"/>
            <ac:spMk id="22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9:40.566" v="580" actId="208"/>
          <ac:picMkLst>
            <pc:docMk/>
            <pc:sldMk cId="0" sldId="260"/>
            <ac:picMk id="23" creationId="{078CB1EC-0AF9-06CB-68D5-425CB2FDAF07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17:27.345" v="1118" actId="123"/>
        <pc:sldMkLst>
          <pc:docMk/>
          <pc:sldMk cId="0" sldId="261"/>
        </pc:sldMkLst>
        <pc:spChg chg="mod">
          <ac:chgData name="Ірина Огій" userId="f6a618ddc3b978aa" providerId="LiveId" clId="{629983A2-27F5-41FC-A51D-744050E8C04A}" dt="2026-05-21T19:29:32.101" v="45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19:30.174" v="1092" actId="20577"/>
          <ac:spMkLst>
            <pc:docMk/>
            <pc:sldMk cId="0" sldId="261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31:50.880" v="475" actId="2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17:27.345" v="1118" actId="12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32:12.231" v="477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16:47.922" v="1081" actId="20577"/>
          <ac:spMkLst>
            <pc:docMk/>
            <pc:sldMk cId="0" sldId="261"/>
            <ac:spMk id="13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40:01.701" v="586" actId="14100"/>
          <ac:picMkLst>
            <pc:docMk/>
            <pc:sldMk cId="0" sldId="261"/>
            <ac:picMk id="10" creationId="{BFE3A626-A8DF-FBB4-EE8D-4E9118BDAA26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8:46.428" v="1119" actId="123"/>
        <pc:sldMkLst>
          <pc:docMk/>
          <pc:sldMk cId="0" sldId="262"/>
        </pc:sldMkLst>
        <pc:spChg chg="mod">
          <ac:chgData name="Ірина Огій" userId="f6a618ddc3b978aa" providerId="LiveId" clId="{629983A2-27F5-41FC-A51D-744050E8C04A}" dt="2026-05-22T16:38:46.428" v="1119" actId="123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40:10.230" v="589" actId="208"/>
          <ac:picMkLst>
            <pc:docMk/>
            <pc:sldMk cId="0" sldId="262"/>
            <ac:picMk id="10" creationId="{16197C08-D4B4-6953-9BB5-845E4F0090CC}"/>
          </ac:picMkLst>
        </pc:picChg>
        <pc:picChg chg="add del mod">
          <ac:chgData name="Ірина Огій" userId="f6a618ddc3b978aa" providerId="LiveId" clId="{629983A2-27F5-41FC-A51D-744050E8C04A}" dt="2026-05-21T19:43:57.577" v="511" actId="21"/>
          <ac:picMkLst>
            <pc:docMk/>
            <pc:sldMk cId="0" sldId="262"/>
            <ac:picMk id="10" creationId="{693E7BC9-AF57-6978-CA20-55005E4182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2377440"/>
          </a:xfrm>
          <a:prstGeom prst="rect">
            <a:avLst/>
          </a:prstGeom>
          <a:solidFill>
            <a:srgbClr val="0F255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 робота №1: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типи та оператори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46888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uk-UA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Виконала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Огій Ірина Вадимівна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ІО-з51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942B953B-7B40-22DB-A14D-53D60D9BB6D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2848" y="3396996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Розрахунок варіанта та формула завдання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456317"/>
              </p:ext>
            </p:extLst>
          </p:nvPr>
        </p:nvGraphicFramePr>
        <p:xfrm>
          <a:off x="457200" y="1417320"/>
          <a:ext cx="3749040" cy="192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Значення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(O1)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Операція "−"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(C)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Константа C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 (O2)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Операція "%"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C7 (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"byte"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подвійної суми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 = “−” (віднімання)    </a:t>
            </a:r>
            <a:r>
              <a:rPr lang="en-US" sz="1100" dirty="0">
                <a:solidFill>
                  <a:srgbClr val="64748B"/>
                </a:solidFill>
              </a:rPr>
              <a:t>  |  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 = “%” (залишок)    </a:t>
            </a:r>
            <a:r>
              <a:rPr lang="en-US" sz="1100" dirty="0">
                <a:solidFill>
                  <a:srgbClr val="64748B"/>
                </a:solidFill>
              </a:rPr>
              <a:t>  </a:t>
            </a:r>
            <a:r>
              <a:rPr lang="en-US" sz="1100">
                <a:solidFill>
                  <a:srgbClr val="64748B"/>
                </a:solidFill>
              </a:rPr>
              <a:t>|  </a:t>
            </a:r>
            <a:r>
              <a:rPr lang="en-US" sz="1100" b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C3 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    </a:t>
            </a:r>
            <a:r>
              <a:rPr lang="en-US" sz="1100" dirty="0">
                <a:solidFill>
                  <a:srgbClr val="64748B"/>
                </a:solidFill>
              </a:rPr>
              <a:t>  |  </a:t>
            </a:r>
            <a:r>
              <a:rPr lang="en-US" sz="1100" b="1" dirty="0" err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byte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25EA6C-F2CA-1B87-49E7-8B3137596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551" y="2044018"/>
            <a:ext cx="1590897" cy="666843"/>
          </a:xfrm>
          <a:prstGeom prst="rect">
            <a:avLst/>
          </a:prstGeom>
        </p:spPr>
      </p:pic>
      <p:pic>
        <p:nvPicPr>
          <p:cNvPr id="7" name="Camera 6">
            <a:extLst>
              <a:ext uri="{FF2B5EF4-FFF2-40B4-BE49-F238E27FC236}">
                <a16:creationId xmlns:a16="http://schemas.microsoft.com/office/drawing/2014/main" id="{456AA006-F9A8-1DE0-C8D6-D094F3EB086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-8549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Ініціалізація даних та типізація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194923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>
              <a:spcAft>
                <a:spcPts val="400"/>
              </a:spcAft>
              <a:buSzPct val="100000"/>
            </a:pP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Структура:</a:t>
            </a:r>
            <a:r>
              <a:rPr lang="ru-RU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Головний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клас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Lab1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та стандартна точка входу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метод </a:t>
            </a:r>
            <a:r>
              <a:rPr lang="ru-RU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Вимога варіанта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C7=0):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Межі сумування задані через примітивний 8-бітний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цілочисельний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тип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byte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4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 результату: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накопичення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суми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totalSum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використано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тип </a:t>
            </a:r>
            <a:r>
              <a:rPr lang="ru-RU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збереження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точного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дійсного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2" y="1051560"/>
            <a:ext cx="4023360" cy="3794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754882" y="1051560"/>
            <a:ext cx="40233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937762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Lab1.java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2" y="1463040"/>
            <a:ext cx="3657600" cy="329184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Lab1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Межі сумування (згідно з С7=0 тип обов’язково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byte)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 a = 2;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 n = 5;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 b = 1;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 m = 3;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Для збереження точного дійсного результату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("Starting double sum calculation...");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C0EE9D20-D17C-BA5F-95BC-2BD0947DB1B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" y="3359861"/>
            <a:ext cx="1715058" cy="1715058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Безпека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обчислень та обробка помилок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6082" y="1096164"/>
            <a:ext cx="3665779" cy="3794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6082" y="1096164"/>
            <a:ext cx="3665779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623080" y="1096164"/>
            <a:ext cx="33325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Lab1.java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3080" y="1507644"/>
            <a:ext cx="3332526" cy="329184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(byte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n;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Захист від ділення на нуль: знаменник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- 1)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стає 0 при і = 1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1)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System.err.println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("Warning: Division by zero when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1. Step skipped.");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Внутрішній цикл...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16204"/>
            <a:ext cx="3931920" cy="1793116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>
              <a:spcAft>
                <a:spcPts val="300"/>
              </a:spcAft>
              <a:buSzPct val="100000"/>
            </a:pP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Джерело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критичної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помилки</a:t>
            </a:r>
            <a:r>
              <a:rPr 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Оскільки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константа C=1, при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ітерації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i=1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знаменник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виразу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i-1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перетворюється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на 0.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Умовна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валідація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(i == 1)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перехоплює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небезпечний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крок до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ділення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Керування потоком: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Оператор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continue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пропускає ітерацію, запобігаючи винятку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ArithmeticException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88CC504A-1448-5EC1-2EC0-6B1F805E351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7501" y="3374173"/>
            <a:ext cx="1640697" cy="1640697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подвійного сумування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6026"/>
            <a:ext cx="2560320" cy="150875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0" y="646026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94360" y="82890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Вкладен</a:t>
            </a:r>
            <a:r>
              <a:rPr lang="uk-UA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архітектура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uk-UA" sz="1000" dirty="0">
                <a:latin typeface="Arial" panose="020B0604020202020204" pitchFamily="34" charset="0"/>
                <a:cs typeface="Arial" panose="020B0604020202020204" pitchFamily="34" charset="0"/>
              </a:rPr>
              <a:t>Реалізація подвійної суми через взаємодію двох циклів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uk-UA" sz="1000" dirty="0">
                <a:latin typeface="Arial" panose="020B0604020202020204" pitchFamily="34" charset="0"/>
                <a:cs typeface="Arial" panose="020B0604020202020204" pitchFamily="34" charset="0"/>
              </a:rPr>
              <a:t>типу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byte</a:t>
            </a:r>
          </a:p>
        </p:txBody>
      </p:sp>
      <p:sp>
        <p:nvSpPr>
          <p:cNvPr id="9" name="Shape 7"/>
          <p:cNvSpPr/>
          <p:nvPr/>
        </p:nvSpPr>
        <p:spPr>
          <a:xfrm>
            <a:off x="3291840" y="646026"/>
            <a:ext cx="2560320" cy="150875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3291840" y="646026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429000" y="828906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Додаткова </a:t>
            </a:r>
            <a:r>
              <a:rPr lang="uk-UA" sz="1200" b="1" dirty="0" err="1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валідація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240386"/>
            <a:ext cx="2286000" cy="868679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Перевірка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умови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(j == 0) для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захисту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ділення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за модулем на нуль.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646026"/>
            <a:ext cx="2560320" cy="150875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126480" y="646026"/>
            <a:ext cx="25603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263640" y="828906"/>
            <a:ext cx="320040" cy="320040"/>
          </a:xfrm>
          <a:prstGeom prst="ellipse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</a:t>
            </a:r>
            <a:r>
              <a:rPr lang="uk-UA" sz="1200" b="1" dirty="0" err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едення</a:t>
            </a:r>
            <a:r>
              <a:rPr lang="uk-UA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типів </a:t>
            </a: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(Casting)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Конвертація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чисельника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точного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ділення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з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плаваючою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комою.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154785"/>
            <a:ext cx="8229600" cy="282869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57200" y="2154786"/>
            <a:ext cx="8229600" cy="27432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0080" y="215478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Lab1.java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474826"/>
            <a:ext cx="7863840" cy="123444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(byte j = b; j &lt;= m;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j++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20000"/>
              </a:lnSpc>
            </a:pPr>
            <a:endParaRPr lang="en-US" sz="10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</a:t>
            </a:r>
            <a:r>
              <a:rPr lang="uk-UA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Ддатковий</a:t>
            </a: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захист від ділення за модулем на (якщо межа 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0</a:t>
            </a: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(j == 0)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System.err.println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("Warning: Modulo division by j = 0. Step skipped.");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20000"/>
              </a:lnSpc>
            </a:pPr>
            <a:endParaRPr lang="en-US" sz="10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</a:t>
            </a: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Явне приведення до 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для виконання точного ділення</a:t>
            </a:r>
          </a:p>
          <a:p>
            <a:pPr>
              <a:lnSpc>
                <a:spcPct val="120000"/>
              </a:lnSpc>
            </a:pP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term = (double) (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j) / (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term;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pic>
        <p:nvPicPr>
          <p:cNvPr id="23" name="Camera 22">
            <a:extLst>
              <a:ext uri="{FF2B5EF4-FFF2-40B4-BE49-F238E27FC236}">
                <a16:creationId xmlns:a16="http://schemas.microsoft.com/office/drawing/2014/main" id="{078CB1EC-0AF9-06CB-68D5-425CB2FDAF0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Форматований вивід результату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виводу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F2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%.4f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знаки після коми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520440"/>
            <a:ext cx="25603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30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3.5833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>
              <a:spcAft>
                <a:spcPts val="300"/>
              </a:spcAft>
              <a:buSzPct val="100000"/>
            </a:pP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Консольний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</a:t>
            </a: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стандартних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методів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потоку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виведення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Java.</a:t>
            </a:r>
          </a:p>
          <a:p>
            <a:pPr algn="just">
              <a:spcAft>
                <a:spcPts val="300"/>
              </a:spcAft>
              <a:buSzPct val="100000"/>
            </a:pP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Специфікатор форматування %.4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округлює дійсне число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totalSum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та обмежує його вивід до 4 знаків після коми.</a:t>
            </a:r>
          </a:p>
          <a:p>
            <a:pPr algn="just">
              <a:spcAft>
                <a:spcPts val="300"/>
              </a:spcAft>
              <a:buSzPct val="100000"/>
            </a:pP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300"/>
              </a:spcAft>
              <a:buSzPct val="100000"/>
            </a:pPr>
            <a:r>
              <a:rPr lang="ru-RU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Чистота коду: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Відповідність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стандартам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представлення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результатів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обчислювальній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математиці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3330498"/>
            <a:ext cx="3931920" cy="115006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5029200" y="3489403"/>
            <a:ext cx="3566160" cy="77724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r>
              <a:rPr lang="en-US" sz="11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("Calculation completed successfully!");</a:t>
            </a:r>
          </a:p>
          <a:p>
            <a:r>
              <a:rPr lang="en-US" sz="11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("Final sum S = %.4f\n", </a:t>
            </a:r>
            <a:r>
              <a:rPr lang="en-US" sz="11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BFE3A626-A8DF-FBB4-EE8D-4E9118BDAA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35" y="3583258"/>
            <a:ext cx="1510339" cy="1510339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роботи програми та висновки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Набуті навички: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 з примітивними типами даних (byte, double), побудова вкладених циклічних конструкцій for, застосування оператора continue для захисту від runtime-помилок (ArithmeticException), форматований вивід результатів через printf.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926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023360" y="2651760"/>
            <a:ext cx="1097280" cy="1097280"/>
          </a:xfrm>
          <a:prstGeom prst="ellipse">
            <a:avLst/>
          </a:prstGeom>
          <a:solidFill>
            <a:srgbClr val="0F2557">
              <a:alpha val="85000"/>
            </a:srgbClr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MP4 VIDEO DEMO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Вставте відео-демонстрацію виконання програми з консольним виводом результату</a:t>
            </a:r>
            <a:endParaRPr lang="en-US" sz="10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16197C08-D4B4-6953-9BB5-845E4F0090C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668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Ірина Огій</dc:creator>
  <cp:lastModifiedBy>Ірина Огій</cp:lastModifiedBy>
  <cp:revision>1</cp:revision>
  <dcterms:created xsi:type="dcterms:W3CDTF">2026-05-21T18:56:29Z</dcterms:created>
  <dcterms:modified xsi:type="dcterms:W3CDTF">2026-05-22T16:38:48Z</dcterms:modified>
</cp:coreProperties>
</file>